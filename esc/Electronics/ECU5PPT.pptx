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6" r:id="rId3"/>
    <p:sldId id="258" r:id="rId4"/>
    <p:sldId id="263" r:id="rId5"/>
    <p:sldId id="264" r:id="rId6"/>
    <p:sldId id="265" r:id="rId7"/>
    <p:sldId id="268" r:id="rId8"/>
    <p:sldId id="267" r:id="rId9"/>
    <p:sldId id="269" r:id="rId10"/>
    <p:sldId id="270" r:id="rId11"/>
    <p:sldId id="271" r:id="rId12"/>
    <p:sldId id="272" r:id="rId13"/>
    <p:sldId id="273" r:id="rId14"/>
    <p:sldId id="274" r:id="rId15"/>
    <p:sldId id="27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snapToGrid="0">
      <p:cViewPr varScale="1">
        <p:scale>
          <a:sx n="65" d="100"/>
          <a:sy n="65" d="100"/>
        </p:scale>
        <p:origin x="72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1:28:01.489"/>
    </inkml:context>
    <inkml:brush xml:id="br0">
      <inkml:brushProperty name="width" value="0.35" units="cm"/>
      <inkml:brushProperty name="height" value="0.35" units="cm"/>
      <inkml:brushProperty name="color" value="#FFFFFF"/>
    </inkml:brush>
  </inkml:definitions>
  <inkml:trace contextRef="#ctx0" brushRef="#br0">0 0 24530,'11984'0'0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1:28:09.298"/>
    </inkml:context>
    <inkml:brush xml:id="br0">
      <inkml:brushProperty name="width" value="0.35" units="cm"/>
      <inkml:brushProperty name="height" value="0.35" units="cm"/>
      <inkml:brushProperty name="color" value="#FFFFFF"/>
    </inkml:brush>
  </inkml:definitions>
  <inkml:trace contextRef="#ctx0" brushRef="#br0">10402 44 24575,'-15'0'0,"-188"-8"0,47-2 0,78 6 0,-7-6 0,-13-1 0,-325 11 0,204 1 0,-1834-1 0,1844 11 0,24 0 0,62-1 0,5-1 0,-44-7 0,-125 5 0,91 2 0,93-5 0,-119 23 0,83-7 0,124-18 0,-386 31 0,212-24 0,2 1 0,-105 12 0,122-6 0,134-12 0,-1 3 0,-42 12 0,37-8 0,-54 7 0,-148-8 0,59-5 0,-247 28 0,232-15 0,-44 2 0,-23 3 0,173-6 0,-32 3 0,60-16 0,12-1 0,-55 11 0,53-5 0,0-1 0,-93-1 0,-523-9 0,414 3 0,225 1 0,-1 1 0,1 3 0,0 0 0,-49 17 0,36-9 0,-53 7 0,35-10-37,25-4-627,-69 4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1:28:24.028"/>
    </inkml:context>
    <inkml:brush xml:id="br0">
      <inkml:brushProperty name="width" value="0.35" units="cm"/>
      <inkml:brushProperty name="height" value="0.35" units="cm"/>
      <inkml:brushProperty name="color" value="#FFFFFF"/>
    </inkml:brush>
  </inkml:definitions>
  <inkml:trace contextRef="#ctx0" brushRef="#br0">6768 168 24575,'-120'8'0,"57"-2"0,-403 47 0,430-47 0,0-1 0,-68 1 0,82-6 0,-41 7 0,11 0 0,-187 16 0,-14 13 0,230-33 0,-301 23 0,309-25 0,-1 1 0,1 0 0,0 1 0,-24 9 0,-4 0 0,-44 8 0,-113 29 0,115-29 0,0-4 0,-1-3 0,-1-5 0,-102-2 0,-1578-8 0,1028 2 0,411-14 0,294 12 0,-14-2 0,0-3 0,0-2 0,1-2 0,0-2 0,-45-19 0,-216-69 0,192 73 0,-44-14 0,90 19 0,-75-14 0,145 37 0,-1 0 0,1 0 0,0 0 0,0 0 0,-1 0 0,1 0 0,0 0 0,0 0 0,-1 0 0,1 0 0,0 0 0,0 0 0,-1-1 0,1 1 0,0 0 0,0 0 0,-1 0 0,1 0 0,0 0 0,0 0 0,0-1 0,-1 1 0,1 0 0,0 0 0,0 0 0,0-1 0,0 1 0,-1 0 0,1 0 0,0 0 0,0-1 0,0 1 0,0 0 0,0 0 0,0-1 0,0 1 0,0 0 0,0 0 0,0-1 0,9-7 0,17-3 0,9 1 0,1 2 0,49-5 0,-61 10 0,17-1 0,48 0 0,-79 3 0,1 0 0,0-1 0,0 0 0,-1-1 0,1 0 0,-1-1 0,17-8 0,24-9 0,130-36 0,-163 52 0,1 0 0,0 2 0,0 0 0,22 0 0,79 4 0,-46 1 0,2473-2 0,-2423 11 0,-8 0 0,283-10 0,-188-2 0,-186 2 0,-1 2 0,0 0 0,31 10 0,-25-6 0,42 5 0,-27-12 0,-33 0 0,-1 0 0,1 1 0,-1 0 0,0 0 0,17 5 0,-23-5 0,16 7 0,-1-1 0,2-2 0,-1 0 0,1-1 0,28 1 0,-21-3 0,29 5 0,18 2 0,16 2 0,-57-6 0,44 1 0,-55-6 0,1 2 0,-1 1 0,1 0 0,-1 2 0,0 1 0,39 15 0,-30-10 0,66 11 0,-94-21 0,23 4 0,-18-4 0,0 0 0,-1 1 0,1 1 0,-1-1 0,1 1 0,-1 1 0,13 6 0,63 53 0,-77-59 0,0 0 0,0 0 0,0-1 0,1 0 0,14 3 0,9 3 0,5 5 0,-14-5 0,0-2 0,31 7 0,-36-10 0,0 0 0,-1 1 0,1 1 0,-1 0 0,0 1 0,19 12 0,-22-12 0,0-1 0,0 0 0,0-1 0,1-1 0,-1 0 0,17 1 0,35 10 0,97 28 0,-124-28 0,-30-11 0,0 0 0,1-1 0,-1 0 0,12 2 0,96 9 0,161-3 0,-246-9 0,-1 1 0,54 13 0,-49-9 0,57 5 0,144-10 0,-162-2 0,-21 2 0,-1 3 0,89 21 0,-44-8 0,370 29 0,-245-35 0,424 21 0,-95-34 0,-407 11 0,-21-1 0,200-7 60,-170-3-1485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1:28:26.493"/>
    </inkml:context>
    <inkml:brush xml:id="br0">
      <inkml:brushProperty name="width" value="0.35" units="cm"/>
      <inkml:brushProperty name="height" value="0.35" units="cm"/>
      <inkml:brushProperty name="color" value="#FFFFFF"/>
    </inkml:brush>
  </inkml:definitions>
  <inkml:trace contextRef="#ctx0" brushRef="#br0">687 287 24575,'-13'-1'0,"0"-1"0,0 0 0,0-1 0,1-1 0,-1 0 0,-11-6 0,-1 1 0,-52-23 0,-11-3 0,73 30 0,-1 0 0,0 2 0,-29-4 0,36 6 0,0-1 0,0 0 0,0-1 0,0 0 0,0 0 0,1-1 0,-14-8 0,8 4 0,-24-8 0,16 8 40,-1 0 0,-26-16 0,42 21-164,0-2 0,1 1 1,-1 0-1,1-1 0,1 0 0,-1-1 1,1 1-1,-1-1 0,2 0 0,-1-1 1,-4-7-1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1:28:41.830"/>
    </inkml:context>
    <inkml:brush xml:id="br0">
      <inkml:brushProperty name="width" value="0.35" units="cm"/>
      <inkml:brushProperty name="height" value="0.35" units="cm"/>
      <inkml:brushProperty name="color" value="#FFFFFF"/>
    </inkml:brush>
  </inkml:definitions>
  <inkml:trace contextRef="#ctx0" brushRef="#br0">8772 271 24575,'-59'0'0,"-404"-9"0,-484-5 0,655 15 0,85-1 0,206 0 0,-22-1 0,14-3 0,9 4 0,0 0 0,0 0 0,-1-1 0,1 1 0,0 0 0,0 0 0,0 0 0,0-1 0,0 1 0,0 0 0,0 0 0,0 0 0,0 0 0,0-1 0,-1 1 0,1 0 0,0 0 0,0-1 0,0 1 0,0 0 0,0 0 0,1 0 0,-1-1 0,0 1 0,0 0 0,0 0 0,0 0 0,0-1 0,0 1 0,0 0 0,0 0 0,0 0 0,0 0 0,1-1 0,-1 1 0,0 0 0,3-3 0,0 1 0,0 0 0,0 0 0,0 0 0,1 0 0,-1 0 0,0 1 0,1-1 0,-1 1 0,1 0 0,0 0 0,3 0 0,2-1 0,83-19 0,112-9 0,3 0 0,-65 5 0,63-12 0,-146 26 0,0 2 0,67 0 0,119 10 0,-90 2 0,72-3 0,-217 0 0,1 1 0,-1 0 0,0 1 0,0 0 0,17 6 0,46 23 0,-67-28 0,14 5 0,-15-6 0,-1-1 0,0 1 0,0 0 0,0 0 0,5 4 0,-7-4 0,-1-1 0,1 1 0,-1-1 0,1 1 0,-1 0 0,0 0 0,0 0 0,0 0 0,0 0 0,0 0 0,0 0 0,0 0 0,-1 0 0,1 4 0,0-1 0,-1-1 0,1 1 0,-1-1 0,-1 1 0,1-1 0,-1 1 0,1-1 0,-1 1 0,0-1 0,-1 0 0,1 1 0,-1-1 0,0 0 0,0 0 0,0 0 0,-1 0 0,-3 5 0,-6 5 0,-1-1 0,1 0 0,-18 12 0,-11 12 0,11-5 0,-13 14 0,-50 40 0,75-71 0,1 1 0,0 1 0,1 1 0,1 0 0,-15 24 0,22-30 0,-2-2 0,1 1 0,-2-1 0,1 0 0,-1-1 0,-18 11 0,-25 22 0,43-31 0,-1 0 0,1-1 0,-2-1 0,1 0 0,-1-1 0,-25 12 0,31-17 0,-10 4 0,0-1 0,0 0 0,0-1 0,-1-1 0,1 0 0,-33 1 0,1-4 0,-132-4 0,171 2 0,0 0 0,-1-1 0,1-1 0,0 1 0,-11-6 0,-47-25 0,64 31 0,-19-10 0,-1 1 0,0 2 0,0 0 0,-1 1 0,0 1 0,-1 2 0,1 1 0,-1 0 0,-44 1 0,36 2 0,0-2 0,-61-13 0,55 8 0,-53-4 0,37 11 0,30 1 0,0-1 0,-30-5 0,13 0 0,-67-2 0,-46 9 0,51 0 0,-20 1 0,-136-4 0,174-8 0,-8 0 0,-295 9 0,190 2 0,62-2 0,-153 3 0,83 18 0,-41 1 0,209-22 0,25 0 0,1 0 0,-1 1 0,1 1 0,-1 1 0,1 0 0,-15 4 0,-27 9 0,-64 9 0,-57 0 0,173-24 0,-452 30 0,-1-28 0,-213-3 0,356 1 0,296-1 0,0-1 0,1-1 0,-1 0 0,-22-8 0,-34-7 0,-106-23 0,22 3 0,111 33 0,37 5 0,0-1 0,0 0 0,0-1 0,0 0 0,0 0 0,1-1 0,-1 0 0,-17-10 0,25 12 0,-1-1 0,1 0 0,0 0 0,0-1 0,0 1 0,0 0 0,0-1 0,1 1 0,-1-1 0,-2-5 0,3 5 0,-1-1 0,0 1 0,0 0 0,0 0 0,-1 0 0,-3-4 0,1 3 0,0 0 0,-1 0 0,1 0 0,-1 1 0,0 0 0,0 0 0,0 1 0,-10-3 0,-4 0 0,-28-3 0,6 2 0,-17-1 0,-1 2 0,-97 6 0,64 0 0,-394-1 0,483 0 0,0 0 0,0 0 0,0-1 0,0 1 0,0-1 0,0 0 0,0 0 0,0 0 0,0-1 0,0 0 0,0 1 0,1-1 0,-1 0 0,1-1 0,-1 1 0,1-1 0,0 1 0,0-1 0,0 0 0,0 0 0,0-1 0,-2-3 0,0 1 0,0-1 0,-1 1 0,1 0 0,-1 0 0,-1 1 0,1 0 0,-11-6 0,11 7 0,1 0 0,0-1 0,0 1 0,0-1 0,0 0 0,1 0 0,0-1 0,0 1 0,0-1 0,1 0 0,0 0 0,0 0 0,0 0 0,1-1 0,0 1 0,0-1 0,1 1 0,0-1 0,0 0 0,0 1 0,1-1 0,0 0 0,0 0 0,1 1 0,0-1 0,2-8 0,-2 10 0,1 1 0,0-1 0,1 1 0,-1 0 0,1-1 0,0 1 0,0 0 0,0 0 0,5-4 0,36-31 0,-37 34 0,-1 1 0,-1 0 0,1 0 0,0 1 0,0 0 0,0 0 0,0 0 0,1 1 0,11-3 0,0 2 0,36-1 0,-35 3 0,56-7 0,14-1 0,347 9 0,-209 1 0,-205-3 0,45-6 0,6-2 0,-38 9 0,-16 1 0,1-2 0,27-4 0,-22 2 0,34-2 0,-17 3 0,55-15 0,-22 15 0,-46 2 0,50-5 0,-23-1 0,1 2 0,73 4 0,-78 2 0,-44-2 0,-1 0 0,1-1 0,0 1 0,-1-1 0,1-1 0,-1 1 0,9-5 0,-6 2 0,0 1 0,20-5 0,3 5 0,-1 2 0,0 0 0,36 5 0,-5-2 0,2084 0 0,-1078-2 0,-1046 2 0,43 8 0,7 1 0,-22-9 0,-31-1 0,-1 0 0,1 1 0,24 6 0,16 2 0,7 2 0,-44-6 0,0-1 0,41 1 0,48-6 0,-41 0 0,-42 1 0,0 1 0,0 1 0,33 8 0,-37-6 0,43 2 0,11 1 0,38 3 0,-73-7 0,22 6 0,3 0 0,-50-7 0,26 6 0,11 1 0,-45-7 0,1 0 0,-1 0 0,0 1 0,0 0 0,0 1 0,0 1 0,0 0 0,-1 0 0,0 1 0,11 8 0,2-1 0,0 0 0,28 10 0,-1-1 0,-20-9 0,34 10 0,-24-10 0,-16-5 0,-1 2 0,0 0 0,0 1 0,20 15 0,-16-8 0,1-1 0,53 24 0,-35-20 0,0 2 0,48 32 0,-68-38 0,16 11 0,55 25 0,-62-33 0,-26-14 0,1-1 0,14 7 0,-23-12 0,-1 0 0,1 0 0,-1 0 0,1 0 0,-1 0 0,1 0 0,-1 1 0,1-1 0,-1 0 0,1 0 0,-1 1 0,1-1 0,-1 0 0,1 1 0,-1-1 0,0 0 0,1 1 0,-1-1 0,0 1 0,1-1 0,-1 0 0,0 1 0,1-1 0,-1 1 0,0-1 0,0 1 0,0-1 0,1 2 0,-2-2 0,0 1 0,1 0 0,-1-1 0,0 1 0,0-1 0,0 1 0,0-1 0,1 1 0,-1-1 0,0 1 0,0-1 0,0 0 0,0 1 0,0-1 0,0 0 0,0 0 0,-2 0 0,-33 4 0,-66 0 0,63-4 0,-316-12 0,23 1 0,-136 12 0,439-4 0,0 0 0,0-2 0,-50-15 0,70 17 0,-25-7 0,17 4 0,-27-5 0,10 4 0,0-3 0,0 0 0,-53-26 0,67 27 0,3 2 0,0 1 0,0 1 0,0 1 0,-1 0 0,1 1 0,-1 1 0,0 1 0,-21 0 0,24 1 0,0-2 0,1 0 0,-1 0 0,1-2 0,0 0 0,-14-5 0,-22-6 0,8 6 0,0 3 0,-1 1 0,0 2 0,-54 4 0,73-2 0,1 0 0,-27-7 0,-34-2 0,67 10 0,-11-1 0,-46-6 0,30 0 0,-66-1 0,-47 9 0,55 0 0,101-1 0,-25 1 0,26-1 0,0 0 0,0 0 0,0 0 0,0 1 0,0-1 0,0 0 0,0 0 0,0 0 0,0 0 0,0 0 0,1 0 0,-1 0 0,0 0 0,0 0 0,0 0 0,0 0 0,0 0 0,0 0 0,0 0 0,0 0 0,0 0 0,0 0 0,0 1 0,0-1 0,0 0 0,0 0 0,0 0 0,0 0 0,0 0 0,0 0 0,0 0 0,0 0 0,0 0 0,0 0 0,0 0 0,0 0 0,0 0 0,0 0 0,-1 0 0,1 1 0,0-1 0,0 0 0,0 0 0,0 0 0,0 0 0,0 0 0,0 0 0,0 0 0,0 0 0,0 0 0,0 0 0,0 0 0,0 0 0,0 0 0,0 0 0,0 0 0,0 0 0,-1 0 0,1 0 0,0 0 0,0 0 0,16 5 0,369 62 0,-141-32 0,-189-26 0,-24-5 0,46 13 0,-33-5 0,64 6 0,-58-10 0,204 42 0,-115-19 0,-117-28 0,27 1 0,-29-3 0,36 7 0,7 2 0,6 1 0,-44-6 0,-1-2 0,49 1 0,-42-3 0,37 6 0,4 1 0,0-3 0,95-5 0,-65-2 0,-27 1 0,82 3 0,-92 7 0,8 1 0,112-9 0,-96-1 0,-77 0 0,0 2 0,0-1 0,18 6 0,-16-3 0,0-1 0,15 1 0,-11-3-1365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1:28:50.382"/>
    </inkml:context>
    <inkml:brush xml:id="br0">
      <inkml:brushProperty name="width" value="0.35" units="cm"/>
      <inkml:brushProperty name="height" value="0.35" units="cm"/>
      <inkml:brushProperty name="color" value="#FFFFFF"/>
    </inkml:brush>
  </inkml:definitions>
  <inkml:trace contextRef="#ctx0" brushRef="#br0">0 0 24575,'239'29'99,"95"14"-1546,-1 20 557,-262-44 1217,-1 2 0,84 39 0,-118-46-121,0-1 1,1-2 0,45 8 0,114 9 401,-137-21-786,3 3 178,-32-5 0,57 2 0,1360-8 0,-1309-9 131,-16 0-1627</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1:28:53.103"/>
    </inkml:context>
    <inkml:brush xml:id="br0">
      <inkml:brushProperty name="width" value="0.35" units="cm"/>
      <inkml:brushProperty name="height" value="0.35" units="cm"/>
      <inkml:brushProperty name="color" value="#FFFFFF"/>
    </inkml:brush>
  </inkml:definitions>
  <inkml:trace contextRef="#ctx0" brushRef="#br0">0 21 24575,'504'0'0,"-378"-10"0,4-1 0,595 12 0,-701 0 0,44 8 0,-41-4 0,34 0 0,13-5 0,35 1 0,-90 1 0,21 6 0,-23-4 0,27 2 0,189-4 0,-120-3 0,-87 2 0,43 8 0,-40-4 0,30 0 0,-44-5-85,-7 0-235,1 1 0,-1-1 0,12 3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1:29:01.466"/>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1:29:50.827"/>
    </inkml:context>
    <inkml:brush xml:id="br0">
      <inkml:brushProperty name="width" value="0.35" units="cm"/>
      <inkml:brushProperty name="height" value="0.35" units="cm"/>
      <inkml:brushProperty name="color" value="#FFFFFF"/>
    </inkml:brush>
  </inkml:definitions>
  <inkml:trace contextRef="#ctx0" brushRef="#br0">1 0 24575,'3'0'0,"6"0"0,3 0 0,4 0 0,3 0 0,1 0 0,1 0 0,4 0 0,1 0 0,0 0 0,-2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1:29:55.353"/>
    </inkml:context>
    <inkml:brush xml:id="br0">
      <inkml:brushProperty name="width" value="0.35" units="cm"/>
      <inkml:brushProperty name="height" value="0.35" units="cm"/>
      <inkml:brushProperty name="color" value="#FFFFFF"/>
    </inkml:brush>
  </inkml:definitions>
  <inkml:trace contextRef="#ctx0" brushRef="#br0">0 1222 24473,'7128'-1229'0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1:29:58.848"/>
    </inkml:context>
    <inkml:brush xml:id="br0">
      <inkml:brushProperty name="width" value="0.35" units="cm"/>
      <inkml:brushProperty name="height" value="0.35" units="cm"/>
      <inkml:brushProperty name="color" value="#FFFFFF"/>
    </inkml:brush>
  </inkml:definitions>
  <inkml:trace contextRef="#ctx0" brushRef="#br0">0 143 24575,'222'-30'13,"138"-14"-1009,577 14-846,328 33 4009,-768-4-1509,-455-1-658,1-2 0,44-10 0,-38 5 0,53-2 0,36 10 65,-72 2-1495</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1:30:22.878"/>
    </inkml:context>
    <inkml:brush xml:id="br0">
      <inkml:brushProperty name="width" value="0.35" units="cm"/>
      <inkml:brushProperty name="height" value="0.35" units="cm"/>
      <inkml:brushProperty name="color" value="#FFFFFF"/>
    </inkml:brush>
  </inkml:definitions>
  <inkml:trace contextRef="#ctx0" brushRef="#br0">2381 759 24575,'-2380'0'0,"2842"-24"0,-25-1 0,-308 19 0,-65 3 0,11 0 0,89-14 0,-89 5 0,0 5 0,116 2 0,-158 3 0,1-1 0,-1-2 0,64-17 0,-61 13 0,1 1 0,69-6 0,-68 14 0,-28 1 0,0 0 0,1-2 0,-1 1 0,0-1 0,0 0 0,0-1 0,0-1 0,0 1 0,11-6 0,-21 8 0,27-14 0,1 2 0,0 0 0,35-9 0,221-54 0,-202 55 0,-44 11 0,41-14 0,-19 1 0,73-17 0,-110 33 0,-1 1 0,1 0 0,0 2 0,26-1 0,-19 2 0,35-6 0,24-2 0,-43 11 0,-32 0 0,-1-1 0,1 0 0,0-1 0,0 0 0,-1-1 0,1-1 0,-1 0 0,14-5 0,-6-1 0,1 1 0,0 0 0,1 2 0,0 1 0,-1 1 0,2 0 0,27 1 0,-25 1 0,0-1 0,50-12 0,1-1 0,-51 13 0,42 2 0,0 0 0,-54-1 0,-1-1 0,-1 0 0,1-1 0,0 0 0,-1-1 0,21-11 0,-13 6 0,21-7 0,-20 11 0,1 2 0,-1 0 0,43-2 0,2 0 0,47-4 0,30-4 0,-96 8 0,1 3 0,76 3 0,-46 2 0,-58-2 0,-4 0 0,1 0 0,-1-1 0,1 0 0,18-5 0,34-6 0,-10 3 0,-33 4 0,1 2 0,40 1 0,-2-1 0,2-7 0,6 0 0,-51 9-1365</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1:30:26.568"/>
    </inkml:context>
    <inkml:brush xml:id="br0">
      <inkml:brushProperty name="width" value="0.35" units="cm"/>
      <inkml:brushProperty name="height" value="0.35" units="cm"/>
      <inkml:brushProperty name="color" value="#FFFFFF"/>
    </inkml:brush>
  </inkml:definitions>
  <inkml:trace contextRef="#ctx0" brushRef="#br0">0 227 24549,'2151'-226'0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1:30:28.078"/>
    </inkml:context>
    <inkml:brush xml:id="br0">
      <inkml:brushProperty name="width" value="0.35" units="cm"/>
      <inkml:brushProperty name="height" value="0.35" units="cm"/>
      <inkml:brushProperty name="color" value="#FFFFFF"/>
    </inkml:brush>
  </inkml:definitions>
  <inkml:trace contextRef="#ctx0" brushRef="#br0">0 1 24575,'701'0'-1365</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1:30:34.557"/>
    </inkml:context>
    <inkml:brush xml:id="br0">
      <inkml:brushProperty name="width" value="0.35" units="cm"/>
      <inkml:brushProperty name="height" value="0.35" units="cm"/>
      <inkml:brushProperty name="color" value="#FFFFFF"/>
    </inkml:brush>
  </inkml:definitions>
  <inkml:trace contextRef="#ctx0" brushRef="#br0">5245 0 24542,'-5244'615'0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1:30:41.468"/>
    </inkml:context>
    <inkml:brush xml:id="br0">
      <inkml:brushProperty name="width" value="0.35" units="cm"/>
      <inkml:brushProperty name="height" value="0.35" units="cm"/>
      <inkml:brushProperty name="color" value="#FFFFFF"/>
    </inkml:brush>
  </inkml:definitions>
  <inkml:trace contextRef="#ctx0" brushRef="#br0">0 1 24575,'0'1'0,"0"0"0,1 0 0,-1 0 0,0 1 0,1-1 0,-1 0 0,1 0 0,-1 0 0,1 0 0,0 0 0,-1 0 0,1 0 0,0 0 0,0 0 0,0 0 0,0 0 0,1 1 0,19 13 0,-15-11 0,23 12 0,9 7 0,-31-19 0,-1-1 0,1 1 0,0-1 0,0 0 0,0-1 0,0 0 0,0 0 0,14 2 0,-12-3 0,0 1 0,-1 0 0,1 0 0,0 1 0,-1 0 0,9 5 0,10 7 0,1-2 0,37 13 0,-18-8 0,-21-7 0,51 18 0,96 29 0,-131-43 0,-29-11 0,23 4 0,-26-6 0,-1 0 0,0 0 0,0 0 0,0 1 0,14 7 0,-13-5 0,1 0 0,0-2 0,1 1 0,-1-1 0,0-1 0,1 0 0,0-1 0,11 1 0,35 4 0,-37-2-1365</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1:30:45.574"/>
    </inkml:context>
    <inkml:brush xml:id="br0">
      <inkml:brushProperty name="width" value="0.35" units="cm"/>
      <inkml:brushProperty name="height" value="0.35" units="cm"/>
      <inkml:brushProperty name="color" value="#FFFFFF"/>
    </inkml:brush>
  </inkml:definitions>
  <inkml:trace contextRef="#ctx0" brushRef="#br0">0 0 24575,'1275'0'-1365</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1:30:48.807"/>
    </inkml:context>
    <inkml:brush xml:id="br0">
      <inkml:brushProperty name="width" value="0.35" units="cm"/>
      <inkml:brushProperty name="height" value="0.35" units="cm"/>
      <inkml:brushProperty name="color" value="#FFFFFF"/>
    </inkml:brush>
  </inkml:definitions>
  <inkml:trace contextRef="#ctx0" brushRef="#br0">0 102 24477,'3258'-102'0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1:30:51.096"/>
    </inkml:context>
    <inkml:brush xml:id="br0">
      <inkml:brushProperty name="width" value="0.35" units="cm"/>
      <inkml:brushProperty name="height" value="0.35" units="cm"/>
      <inkml:brushProperty name="color" value="#FFFFFF"/>
    </inkml:brush>
  </inkml:definitions>
  <inkml:trace contextRef="#ctx0" brushRef="#br0">0 1 24575,'944'0'-1365</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1:30:54.759"/>
    </inkml:context>
    <inkml:brush xml:id="br0">
      <inkml:brushProperty name="width" value="0.35" units="cm"/>
      <inkml:brushProperty name="height" value="0.35" units="cm"/>
      <inkml:brushProperty name="color" value="#FFFFFF"/>
    </inkml:brush>
  </inkml:definitions>
  <inkml:trace contextRef="#ctx0" brushRef="#br0">0 0 24484,'5325'349'0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1:31:04.925"/>
    </inkml:context>
    <inkml:brush xml:id="br0">
      <inkml:brushProperty name="width" value="0.35" units="cm"/>
      <inkml:brushProperty name="height" value="0.35" units="cm"/>
      <inkml:brushProperty name="color" value="#FFFFFF"/>
    </inkml:brush>
  </inkml:definitions>
  <inkml:trace contextRef="#ctx0" brushRef="#br0">0 278 24575,'1'-2'0,"-1"1"0,1-1 0,-1 0 0,1 0 0,0 1 0,0-1 0,0 1 0,0-1 0,0 1 0,0-1 0,0 1 0,1-1 0,1-1 0,6-7 0,5-12 0,-2-1 0,0 0 0,-1 0 0,-1-1 0,6-26 0,-14 44 0,0 0 0,1 0 0,-1 0 0,1 0 0,0 0 0,0 1 0,1-1 0,0 1 0,7-8 0,0 0-1365</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1:31:09.814"/>
    </inkml:context>
    <inkml:brush xml:id="br0">
      <inkml:brushProperty name="width" value="0.35" units="cm"/>
      <inkml:brushProperty name="height" value="0.35" units="cm"/>
      <inkml:brushProperty name="color" value="#FFFFFF"/>
    </inkml:brush>
  </inkml:definitions>
  <inkml:trace contextRef="#ctx0" brushRef="#br0">1 1481 24575,'0'-1480'-1365</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1:31:14.043"/>
    </inkml:context>
    <inkml:brush xml:id="br0">
      <inkml:brushProperty name="width" value="0.35" units="cm"/>
      <inkml:brushProperty name="height" value="0.35" units="cm"/>
      <inkml:brushProperty name="color" value="#FFFFFF"/>
    </inkml:brush>
  </inkml:definitions>
  <inkml:trace contextRef="#ctx0" brushRef="#br0">1 451 23892,'0'-450'0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1:31:19.871"/>
    </inkml:context>
    <inkml:brush xml:id="br0">
      <inkml:brushProperty name="width" value="0.35" units="cm"/>
      <inkml:brushProperty name="height" value="0.35" units="cm"/>
      <inkml:brushProperty name="color" value="#FFFFFF"/>
    </inkml:brush>
  </inkml:definitions>
  <inkml:trace contextRef="#ctx0" brushRef="#br0">296 56 24575,'-3'0'0,"-6"0"0,-3 0 0,-4 0 0,-3 0 0,-1 0 0,-1 0 0,-4 0 0,-1 0 0,0 0 0,1-3 0,2-2 0,5-3 0,1 0 0,4-2 0,0 0 0,3-2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1:31:26.239"/>
    </inkml:context>
    <inkml:brush xml:id="br0">
      <inkml:brushProperty name="width" value="0.35" units="cm"/>
      <inkml:brushProperty name="height" value="0.35" units="cm"/>
      <inkml:brushProperty name="color" value="#FFFFFF"/>
    </inkml:brush>
  </inkml:definitions>
  <inkml:trace contextRef="#ctx0" brushRef="#br0">1386 676 24575,'3'0'0,"1"0"0,-1-1 0,0 0 0,0 0 0,0 0 0,0 0 0,0 0 0,0-1 0,0 1 0,0-1 0,4-3 0,-2 1 0,0-1 0,0 1 0,0-1 0,6-8 0,4-6 0,0 0 0,25-23 0,-30 31 0,0 0 0,-1-1 0,-1 0 0,0 0 0,12-25 0,-9 16 0,17-23 0,2 10 0,-25 30 0,0 0 0,0-1 0,-1 0 0,0 0 0,0 0 0,0-1 0,-1 1 0,0-1 0,0 0 0,0 0 0,2-7 0,-3 5 0,1 0 0,1 0 0,-1 1 0,1-1 0,9-12 0,-7 12 0,-1-1 0,0 0 0,7-16 0,-11 23 0,-1 0 0,1 1 0,-1-1 0,1 0 0,-1 0 0,0 0 0,1 0 0,-1 0 0,0 0 0,0 0 0,0 0 0,-1 0 0,1 0 0,0 0 0,-1 0 0,1 0 0,-1 0 0,0 0 0,0 0 0,0 1 0,0-1 0,0 0 0,0 1 0,0-1 0,0 0 0,-1 1 0,1-1 0,0 1 0,-1 0 0,0 0 0,1-1 0,-1 1 0,0 0 0,1 0 0,-1 1 0,0-1 0,-3-1 0,-5-1 0,1 0 0,-1 1 0,1 0 0,-1 1 0,0 0 0,-15 1 0,-470 3 0,473-4 0,-43-8 0,-8 0 0,47 6 0,-1 0 0,1-2 0,-28-8 0,22 6 0,-1 2 0,0 1 0,0 1 0,-43 3 0,50-1 0,-46-8 0,44 4 0,-31 0 0,-46 6 0,-45-2 0,87-8 0,40 4 0,-25 0 0,-37 4 0,112 3 0,-1 1 0,1 1 0,-1 2 0,0 0 0,32 13 0,123 61 0,-109-42 0,54 24 0,66 12 0,-151-61 0,-26-9 0,26 10 0,-20-3 0,1-2 0,1-1 0,29 8 0,-32-12 0,5 2 0,42 3 0,15 2 0,-52-6 0,38 1 0,214-7-1365</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1:31:30.515"/>
    </inkml:context>
    <inkml:brush xml:id="br0">
      <inkml:brushProperty name="width" value="0.35" units="cm"/>
      <inkml:brushProperty name="height" value="0.35" units="cm"/>
      <inkml:brushProperty name="color" value="#FFFFFF"/>
    </inkml:brush>
  </inkml:definitions>
  <inkml:trace contextRef="#ctx0" brushRef="#br0">1353 166 24575,'-3'-2'0,"1"1"0,0 0 0,-1-1 0,0 1 0,1 0 0,-1 1 0,1-1 0,-1 0 0,0 1 0,0-1 0,1 1 0,-5 0 0,-1-1 0,-361-40 0,237 34 0,72 5 0,-88-14 0,98 6 0,-1 3 0,-82-2 0,101 8 0,-61-11 0,59 7 0,19 2 0,1-1 0,-26-9 0,28 8 0,-1 0 0,-1 1 0,-19-3 0,-30 4-1365</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1:31:34.804"/>
    </inkml:context>
    <inkml:brush xml:id="br0">
      <inkml:brushProperty name="width" value="0.35" units="cm"/>
      <inkml:brushProperty name="height" value="0.35" units="cm"/>
      <inkml:brushProperty name="color" value="#FFFFFF"/>
    </inkml:brush>
  </inkml:definitions>
  <inkml:trace contextRef="#ctx0" brushRef="#br0">1 105 24575,'47'0'0,"-22"2"0,-1-2 0,1-1 0,-1-1 0,26-5 0,40-8 0,-23 5 0,-34 4 0,-18 4 0,28-7 0,-27 5 0,0 0 0,0 1 0,31-1 0,53 5 0,-41 1 0,551-2 0,-596-1 0,1-1 0,-1 0 0,0-1 0,0-1 0,15-5 0,-13 4 0,0 0 0,0 2 0,25-4 0,148 6 84,-91 2-1533</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1:31:37.840"/>
    </inkml:context>
    <inkml:brush xml:id="br0">
      <inkml:brushProperty name="width" value="0.35" units="cm"/>
      <inkml:brushProperty name="height" value="0.35" units="cm"/>
      <inkml:brushProperty name="color" value="#FFFFFF"/>
    </inkml:brush>
  </inkml:definitions>
  <inkml:trace contextRef="#ctx0" brushRef="#br0">1433 0 24575,'-1433'0'-1365</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01:31:43.192"/>
    </inkml:context>
    <inkml:brush xml:id="br0">
      <inkml:brushProperty name="width" value="0.35" units="cm"/>
      <inkml:brushProperty name="height" value="0.35" units="cm"/>
      <inkml:brushProperty name="color" value="#FFFFFF"/>
    </inkml:brush>
  </inkml:definitions>
  <inkml:trace contextRef="#ctx0" brushRef="#br0">66 412 24533,'-65'-411'0,"65"1063"0,65-633 0,-65-279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16BF9-5B68-AAAD-323F-5BCED0EC040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4EAFB87-730C-BCF9-F075-16437292E8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3CAEB6B-5AF8-ECC1-8A5F-94D3FCC35587}"/>
              </a:ext>
            </a:extLst>
          </p:cNvPr>
          <p:cNvSpPr>
            <a:spLocks noGrp="1"/>
          </p:cNvSpPr>
          <p:nvPr>
            <p:ph type="dt" sz="half" idx="10"/>
          </p:nvPr>
        </p:nvSpPr>
        <p:spPr/>
        <p:txBody>
          <a:bodyPr/>
          <a:lstStyle/>
          <a:p>
            <a:fld id="{26CAB802-4085-4FA4-9EBA-0CB97324096D}" type="datetimeFigureOut">
              <a:rPr lang="en-IN" smtClean="0"/>
              <a:t>23-04-2026</a:t>
            </a:fld>
            <a:endParaRPr lang="en-IN"/>
          </a:p>
        </p:txBody>
      </p:sp>
      <p:sp>
        <p:nvSpPr>
          <p:cNvPr id="5" name="Footer Placeholder 4">
            <a:extLst>
              <a:ext uri="{FF2B5EF4-FFF2-40B4-BE49-F238E27FC236}">
                <a16:creationId xmlns:a16="http://schemas.microsoft.com/office/drawing/2014/main" id="{5E24A18C-6CAD-85FD-FE6E-7C35F117920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3428C6C-9927-5594-81B2-4B48EB40B96F}"/>
              </a:ext>
            </a:extLst>
          </p:cNvPr>
          <p:cNvSpPr>
            <a:spLocks noGrp="1"/>
          </p:cNvSpPr>
          <p:nvPr>
            <p:ph type="sldNum" sz="quarter" idx="12"/>
          </p:nvPr>
        </p:nvSpPr>
        <p:spPr/>
        <p:txBody>
          <a:bodyPr/>
          <a:lstStyle/>
          <a:p>
            <a:fld id="{9A7208B0-ACC0-4D8E-8877-5005A9565531}" type="slidenum">
              <a:rPr lang="en-IN" smtClean="0"/>
              <a:t>‹#›</a:t>
            </a:fld>
            <a:endParaRPr lang="en-IN"/>
          </a:p>
        </p:txBody>
      </p:sp>
    </p:spTree>
    <p:extLst>
      <p:ext uri="{BB962C8B-B14F-4D97-AF65-F5344CB8AC3E}">
        <p14:creationId xmlns:p14="http://schemas.microsoft.com/office/powerpoint/2010/main" val="3039788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AD5EE-B376-63EB-B303-FFB10E86BBB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F379C9A-8DE0-8CD2-B220-2655FE60BDD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7FB6B8-C5B1-4F39-DD5E-E28C478DE17A}"/>
              </a:ext>
            </a:extLst>
          </p:cNvPr>
          <p:cNvSpPr>
            <a:spLocks noGrp="1"/>
          </p:cNvSpPr>
          <p:nvPr>
            <p:ph type="dt" sz="half" idx="10"/>
          </p:nvPr>
        </p:nvSpPr>
        <p:spPr/>
        <p:txBody>
          <a:bodyPr/>
          <a:lstStyle/>
          <a:p>
            <a:fld id="{26CAB802-4085-4FA4-9EBA-0CB97324096D}" type="datetimeFigureOut">
              <a:rPr lang="en-IN" smtClean="0"/>
              <a:t>23-04-2026</a:t>
            </a:fld>
            <a:endParaRPr lang="en-IN"/>
          </a:p>
        </p:txBody>
      </p:sp>
      <p:sp>
        <p:nvSpPr>
          <p:cNvPr id="5" name="Footer Placeholder 4">
            <a:extLst>
              <a:ext uri="{FF2B5EF4-FFF2-40B4-BE49-F238E27FC236}">
                <a16:creationId xmlns:a16="http://schemas.microsoft.com/office/drawing/2014/main" id="{FF6B720F-F9A9-A32C-0838-AD7431E9D5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EFC943A-A50E-5782-5202-D19A3AAC66CA}"/>
              </a:ext>
            </a:extLst>
          </p:cNvPr>
          <p:cNvSpPr>
            <a:spLocks noGrp="1"/>
          </p:cNvSpPr>
          <p:nvPr>
            <p:ph type="sldNum" sz="quarter" idx="12"/>
          </p:nvPr>
        </p:nvSpPr>
        <p:spPr/>
        <p:txBody>
          <a:bodyPr/>
          <a:lstStyle/>
          <a:p>
            <a:fld id="{9A7208B0-ACC0-4D8E-8877-5005A9565531}" type="slidenum">
              <a:rPr lang="en-IN" smtClean="0"/>
              <a:t>‹#›</a:t>
            </a:fld>
            <a:endParaRPr lang="en-IN"/>
          </a:p>
        </p:txBody>
      </p:sp>
    </p:spTree>
    <p:extLst>
      <p:ext uri="{BB962C8B-B14F-4D97-AF65-F5344CB8AC3E}">
        <p14:creationId xmlns:p14="http://schemas.microsoft.com/office/powerpoint/2010/main" val="33793048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57338-3A8D-7BF2-A62E-B0805337BCD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703AF26-C3BF-0FF3-FFEC-8EC0C9CC82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37EAC98-7D83-F91E-76DB-F4242E46971C}"/>
              </a:ext>
            </a:extLst>
          </p:cNvPr>
          <p:cNvSpPr>
            <a:spLocks noGrp="1"/>
          </p:cNvSpPr>
          <p:nvPr>
            <p:ph type="dt" sz="half" idx="10"/>
          </p:nvPr>
        </p:nvSpPr>
        <p:spPr/>
        <p:txBody>
          <a:bodyPr/>
          <a:lstStyle/>
          <a:p>
            <a:fld id="{26CAB802-4085-4FA4-9EBA-0CB97324096D}" type="datetimeFigureOut">
              <a:rPr lang="en-IN" smtClean="0"/>
              <a:t>23-04-2026</a:t>
            </a:fld>
            <a:endParaRPr lang="en-IN"/>
          </a:p>
        </p:txBody>
      </p:sp>
      <p:sp>
        <p:nvSpPr>
          <p:cNvPr id="5" name="Footer Placeholder 4">
            <a:extLst>
              <a:ext uri="{FF2B5EF4-FFF2-40B4-BE49-F238E27FC236}">
                <a16:creationId xmlns:a16="http://schemas.microsoft.com/office/drawing/2014/main" id="{C31B329C-8E87-C842-1768-AE12B045B39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AADE468-F6AD-7472-F0A0-3DC4BBE8130C}"/>
              </a:ext>
            </a:extLst>
          </p:cNvPr>
          <p:cNvSpPr>
            <a:spLocks noGrp="1"/>
          </p:cNvSpPr>
          <p:nvPr>
            <p:ph type="sldNum" sz="quarter" idx="12"/>
          </p:nvPr>
        </p:nvSpPr>
        <p:spPr/>
        <p:txBody>
          <a:bodyPr/>
          <a:lstStyle/>
          <a:p>
            <a:fld id="{9A7208B0-ACC0-4D8E-8877-5005A9565531}" type="slidenum">
              <a:rPr lang="en-IN" smtClean="0"/>
              <a:t>‹#›</a:t>
            </a:fld>
            <a:endParaRPr lang="en-IN"/>
          </a:p>
        </p:txBody>
      </p:sp>
    </p:spTree>
    <p:extLst>
      <p:ext uri="{BB962C8B-B14F-4D97-AF65-F5344CB8AC3E}">
        <p14:creationId xmlns:p14="http://schemas.microsoft.com/office/powerpoint/2010/main" val="29935456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6A58D-6923-A208-144A-0B881E9743C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31B3181-E99B-32A0-1729-5E89DCDEA85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93D57BA-9C75-388B-873B-A04C34441C1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80CBC71-5D0A-DF06-3869-E83E3C536A05}"/>
              </a:ext>
            </a:extLst>
          </p:cNvPr>
          <p:cNvSpPr>
            <a:spLocks noGrp="1"/>
          </p:cNvSpPr>
          <p:nvPr>
            <p:ph type="dt" sz="half" idx="10"/>
          </p:nvPr>
        </p:nvSpPr>
        <p:spPr/>
        <p:txBody>
          <a:bodyPr/>
          <a:lstStyle/>
          <a:p>
            <a:fld id="{26CAB802-4085-4FA4-9EBA-0CB97324096D}" type="datetimeFigureOut">
              <a:rPr lang="en-IN" smtClean="0"/>
              <a:t>23-04-2026</a:t>
            </a:fld>
            <a:endParaRPr lang="en-IN"/>
          </a:p>
        </p:txBody>
      </p:sp>
      <p:sp>
        <p:nvSpPr>
          <p:cNvPr id="6" name="Footer Placeholder 5">
            <a:extLst>
              <a:ext uri="{FF2B5EF4-FFF2-40B4-BE49-F238E27FC236}">
                <a16:creationId xmlns:a16="http://schemas.microsoft.com/office/drawing/2014/main" id="{63197C28-E27F-E05D-AB7B-425F695F94C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020A867-2903-FE61-2528-A6AFCDE2BF59}"/>
              </a:ext>
            </a:extLst>
          </p:cNvPr>
          <p:cNvSpPr>
            <a:spLocks noGrp="1"/>
          </p:cNvSpPr>
          <p:nvPr>
            <p:ph type="sldNum" sz="quarter" idx="12"/>
          </p:nvPr>
        </p:nvSpPr>
        <p:spPr/>
        <p:txBody>
          <a:bodyPr/>
          <a:lstStyle/>
          <a:p>
            <a:fld id="{9A7208B0-ACC0-4D8E-8877-5005A9565531}" type="slidenum">
              <a:rPr lang="en-IN" smtClean="0"/>
              <a:t>‹#›</a:t>
            </a:fld>
            <a:endParaRPr lang="en-IN"/>
          </a:p>
        </p:txBody>
      </p:sp>
    </p:spTree>
    <p:extLst>
      <p:ext uri="{BB962C8B-B14F-4D97-AF65-F5344CB8AC3E}">
        <p14:creationId xmlns:p14="http://schemas.microsoft.com/office/powerpoint/2010/main" val="31117782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73EDB-2D94-4496-39B9-C8F5737955C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2068F2D-76C3-7CAD-B240-EF43BA58996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260E963-4A3A-F77F-30B8-B4A7F5B34AA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9AD99C2-60CF-8FD4-9764-ED4F0197A4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E887621-C77B-4DED-B38D-72371AC35F9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679B201-1554-A838-E6A9-D8B81D763F8A}"/>
              </a:ext>
            </a:extLst>
          </p:cNvPr>
          <p:cNvSpPr>
            <a:spLocks noGrp="1"/>
          </p:cNvSpPr>
          <p:nvPr>
            <p:ph type="dt" sz="half" idx="10"/>
          </p:nvPr>
        </p:nvSpPr>
        <p:spPr/>
        <p:txBody>
          <a:bodyPr/>
          <a:lstStyle/>
          <a:p>
            <a:fld id="{26CAB802-4085-4FA4-9EBA-0CB97324096D}" type="datetimeFigureOut">
              <a:rPr lang="en-IN" smtClean="0"/>
              <a:t>23-04-2026</a:t>
            </a:fld>
            <a:endParaRPr lang="en-IN"/>
          </a:p>
        </p:txBody>
      </p:sp>
      <p:sp>
        <p:nvSpPr>
          <p:cNvPr id="8" name="Footer Placeholder 7">
            <a:extLst>
              <a:ext uri="{FF2B5EF4-FFF2-40B4-BE49-F238E27FC236}">
                <a16:creationId xmlns:a16="http://schemas.microsoft.com/office/drawing/2014/main" id="{8CE363EA-143F-C3C1-47BF-3E4BBCE0388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8CA3161-93D2-8D09-B1B0-CC79723BA05C}"/>
              </a:ext>
            </a:extLst>
          </p:cNvPr>
          <p:cNvSpPr>
            <a:spLocks noGrp="1"/>
          </p:cNvSpPr>
          <p:nvPr>
            <p:ph type="sldNum" sz="quarter" idx="12"/>
          </p:nvPr>
        </p:nvSpPr>
        <p:spPr/>
        <p:txBody>
          <a:bodyPr/>
          <a:lstStyle/>
          <a:p>
            <a:fld id="{9A7208B0-ACC0-4D8E-8877-5005A9565531}" type="slidenum">
              <a:rPr lang="en-IN" smtClean="0"/>
              <a:t>‹#›</a:t>
            </a:fld>
            <a:endParaRPr lang="en-IN"/>
          </a:p>
        </p:txBody>
      </p:sp>
    </p:spTree>
    <p:extLst>
      <p:ext uri="{BB962C8B-B14F-4D97-AF65-F5344CB8AC3E}">
        <p14:creationId xmlns:p14="http://schemas.microsoft.com/office/powerpoint/2010/main" val="100328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C91FC-ED33-51E9-CB34-C50AB8B0DFB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15242A3-7830-91A4-EE24-D8ACDFE0BFFB}"/>
              </a:ext>
            </a:extLst>
          </p:cNvPr>
          <p:cNvSpPr>
            <a:spLocks noGrp="1"/>
          </p:cNvSpPr>
          <p:nvPr>
            <p:ph type="dt" sz="half" idx="10"/>
          </p:nvPr>
        </p:nvSpPr>
        <p:spPr/>
        <p:txBody>
          <a:bodyPr/>
          <a:lstStyle/>
          <a:p>
            <a:fld id="{26CAB802-4085-4FA4-9EBA-0CB97324096D}" type="datetimeFigureOut">
              <a:rPr lang="en-IN" smtClean="0"/>
              <a:t>23-04-2026</a:t>
            </a:fld>
            <a:endParaRPr lang="en-IN"/>
          </a:p>
        </p:txBody>
      </p:sp>
      <p:sp>
        <p:nvSpPr>
          <p:cNvPr id="4" name="Footer Placeholder 3">
            <a:extLst>
              <a:ext uri="{FF2B5EF4-FFF2-40B4-BE49-F238E27FC236}">
                <a16:creationId xmlns:a16="http://schemas.microsoft.com/office/drawing/2014/main" id="{DB744036-84A0-787C-822C-4E03827F97B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E004149-B500-ECC1-9CE8-9DEAAA1C14F7}"/>
              </a:ext>
            </a:extLst>
          </p:cNvPr>
          <p:cNvSpPr>
            <a:spLocks noGrp="1"/>
          </p:cNvSpPr>
          <p:nvPr>
            <p:ph type="sldNum" sz="quarter" idx="12"/>
          </p:nvPr>
        </p:nvSpPr>
        <p:spPr/>
        <p:txBody>
          <a:bodyPr/>
          <a:lstStyle/>
          <a:p>
            <a:fld id="{9A7208B0-ACC0-4D8E-8877-5005A9565531}" type="slidenum">
              <a:rPr lang="en-IN" smtClean="0"/>
              <a:t>‹#›</a:t>
            </a:fld>
            <a:endParaRPr lang="en-IN"/>
          </a:p>
        </p:txBody>
      </p:sp>
    </p:spTree>
    <p:extLst>
      <p:ext uri="{BB962C8B-B14F-4D97-AF65-F5344CB8AC3E}">
        <p14:creationId xmlns:p14="http://schemas.microsoft.com/office/powerpoint/2010/main" val="1402422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266E4E6-1871-27CF-0DC9-29DCD62B52D0}"/>
              </a:ext>
            </a:extLst>
          </p:cNvPr>
          <p:cNvSpPr>
            <a:spLocks noGrp="1"/>
          </p:cNvSpPr>
          <p:nvPr>
            <p:ph type="dt" sz="half" idx="10"/>
          </p:nvPr>
        </p:nvSpPr>
        <p:spPr/>
        <p:txBody>
          <a:bodyPr/>
          <a:lstStyle/>
          <a:p>
            <a:fld id="{26CAB802-4085-4FA4-9EBA-0CB97324096D}" type="datetimeFigureOut">
              <a:rPr lang="en-IN" smtClean="0"/>
              <a:t>23-04-2026</a:t>
            </a:fld>
            <a:endParaRPr lang="en-IN"/>
          </a:p>
        </p:txBody>
      </p:sp>
      <p:sp>
        <p:nvSpPr>
          <p:cNvPr id="3" name="Footer Placeholder 2">
            <a:extLst>
              <a:ext uri="{FF2B5EF4-FFF2-40B4-BE49-F238E27FC236}">
                <a16:creationId xmlns:a16="http://schemas.microsoft.com/office/drawing/2014/main" id="{47ED8027-5ABF-B363-BB5C-4FE96AFE50D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CF19785-8060-6FCC-73F7-67EC8ABAA2B0}"/>
              </a:ext>
            </a:extLst>
          </p:cNvPr>
          <p:cNvSpPr>
            <a:spLocks noGrp="1"/>
          </p:cNvSpPr>
          <p:nvPr>
            <p:ph type="sldNum" sz="quarter" idx="12"/>
          </p:nvPr>
        </p:nvSpPr>
        <p:spPr/>
        <p:txBody>
          <a:bodyPr/>
          <a:lstStyle/>
          <a:p>
            <a:fld id="{9A7208B0-ACC0-4D8E-8877-5005A9565531}" type="slidenum">
              <a:rPr lang="en-IN" smtClean="0"/>
              <a:t>‹#›</a:t>
            </a:fld>
            <a:endParaRPr lang="en-IN"/>
          </a:p>
        </p:txBody>
      </p:sp>
    </p:spTree>
    <p:extLst>
      <p:ext uri="{BB962C8B-B14F-4D97-AF65-F5344CB8AC3E}">
        <p14:creationId xmlns:p14="http://schemas.microsoft.com/office/powerpoint/2010/main" val="4094112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BE3DC-2BF3-7FEA-352D-64CBB7E990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030A416-0A06-5E62-D809-A08960A128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6F74227-F53C-87E6-930C-7D1C4F5A43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2FDB5C-D5CC-2480-C05F-B4CE7D599914}"/>
              </a:ext>
            </a:extLst>
          </p:cNvPr>
          <p:cNvSpPr>
            <a:spLocks noGrp="1"/>
          </p:cNvSpPr>
          <p:nvPr>
            <p:ph type="dt" sz="half" idx="10"/>
          </p:nvPr>
        </p:nvSpPr>
        <p:spPr/>
        <p:txBody>
          <a:bodyPr/>
          <a:lstStyle/>
          <a:p>
            <a:fld id="{26CAB802-4085-4FA4-9EBA-0CB97324096D}" type="datetimeFigureOut">
              <a:rPr lang="en-IN" smtClean="0"/>
              <a:t>23-04-2026</a:t>
            </a:fld>
            <a:endParaRPr lang="en-IN"/>
          </a:p>
        </p:txBody>
      </p:sp>
      <p:sp>
        <p:nvSpPr>
          <p:cNvPr id="6" name="Footer Placeholder 5">
            <a:extLst>
              <a:ext uri="{FF2B5EF4-FFF2-40B4-BE49-F238E27FC236}">
                <a16:creationId xmlns:a16="http://schemas.microsoft.com/office/drawing/2014/main" id="{56FA77FA-1EBC-69EB-2A1C-3447584558D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CA0BC7E-4D9F-6A2B-EFAE-7776305AB76D}"/>
              </a:ext>
            </a:extLst>
          </p:cNvPr>
          <p:cNvSpPr>
            <a:spLocks noGrp="1"/>
          </p:cNvSpPr>
          <p:nvPr>
            <p:ph type="sldNum" sz="quarter" idx="12"/>
          </p:nvPr>
        </p:nvSpPr>
        <p:spPr/>
        <p:txBody>
          <a:bodyPr/>
          <a:lstStyle/>
          <a:p>
            <a:fld id="{9A7208B0-ACC0-4D8E-8877-5005A9565531}" type="slidenum">
              <a:rPr lang="en-IN" smtClean="0"/>
              <a:t>‹#›</a:t>
            </a:fld>
            <a:endParaRPr lang="en-IN"/>
          </a:p>
        </p:txBody>
      </p:sp>
    </p:spTree>
    <p:extLst>
      <p:ext uri="{BB962C8B-B14F-4D97-AF65-F5344CB8AC3E}">
        <p14:creationId xmlns:p14="http://schemas.microsoft.com/office/powerpoint/2010/main" val="1115247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A47E3-6BB1-F84A-772F-70DF7771C7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B6F0159-3B4F-A06D-CE6C-E38593B324F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1607C1B-672B-A736-BDE6-C2E85F3D10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A4BB46-12DC-D61D-E71E-DB1EE2B50DA3}"/>
              </a:ext>
            </a:extLst>
          </p:cNvPr>
          <p:cNvSpPr>
            <a:spLocks noGrp="1"/>
          </p:cNvSpPr>
          <p:nvPr>
            <p:ph type="dt" sz="half" idx="10"/>
          </p:nvPr>
        </p:nvSpPr>
        <p:spPr/>
        <p:txBody>
          <a:bodyPr/>
          <a:lstStyle/>
          <a:p>
            <a:fld id="{26CAB802-4085-4FA4-9EBA-0CB97324096D}" type="datetimeFigureOut">
              <a:rPr lang="en-IN" smtClean="0"/>
              <a:t>23-04-2026</a:t>
            </a:fld>
            <a:endParaRPr lang="en-IN"/>
          </a:p>
        </p:txBody>
      </p:sp>
      <p:sp>
        <p:nvSpPr>
          <p:cNvPr id="6" name="Footer Placeholder 5">
            <a:extLst>
              <a:ext uri="{FF2B5EF4-FFF2-40B4-BE49-F238E27FC236}">
                <a16:creationId xmlns:a16="http://schemas.microsoft.com/office/drawing/2014/main" id="{3F92D182-6155-6F2F-8C3B-6B0BA2AAADF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4337A46-5130-A051-CCFD-2873D5729D7C}"/>
              </a:ext>
            </a:extLst>
          </p:cNvPr>
          <p:cNvSpPr>
            <a:spLocks noGrp="1"/>
          </p:cNvSpPr>
          <p:nvPr>
            <p:ph type="sldNum" sz="quarter" idx="12"/>
          </p:nvPr>
        </p:nvSpPr>
        <p:spPr/>
        <p:txBody>
          <a:bodyPr/>
          <a:lstStyle/>
          <a:p>
            <a:fld id="{9A7208B0-ACC0-4D8E-8877-5005A9565531}" type="slidenum">
              <a:rPr lang="en-IN" smtClean="0"/>
              <a:t>‹#›</a:t>
            </a:fld>
            <a:endParaRPr lang="en-IN"/>
          </a:p>
        </p:txBody>
      </p:sp>
    </p:spTree>
    <p:extLst>
      <p:ext uri="{BB962C8B-B14F-4D97-AF65-F5344CB8AC3E}">
        <p14:creationId xmlns:p14="http://schemas.microsoft.com/office/powerpoint/2010/main" val="9187006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59A4A-15E7-EED7-1D49-7F0F96DC56E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58B0F2F-6B23-D48E-E106-C1AAEDA0E58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84F187E-CBB6-07C1-F182-3D09EFA13DC1}"/>
              </a:ext>
            </a:extLst>
          </p:cNvPr>
          <p:cNvSpPr>
            <a:spLocks noGrp="1"/>
          </p:cNvSpPr>
          <p:nvPr>
            <p:ph type="dt" sz="half" idx="10"/>
          </p:nvPr>
        </p:nvSpPr>
        <p:spPr/>
        <p:txBody>
          <a:bodyPr/>
          <a:lstStyle/>
          <a:p>
            <a:fld id="{26CAB802-4085-4FA4-9EBA-0CB97324096D}" type="datetimeFigureOut">
              <a:rPr lang="en-IN" smtClean="0"/>
              <a:t>23-04-2026</a:t>
            </a:fld>
            <a:endParaRPr lang="en-IN"/>
          </a:p>
        </p:txBody>
      </p:sp>
      <p:sp>
        <p:nvSpPr>
          <p:cNvPr id="5" name="Footer Placeholder 4">
            <a:extLst>
              <a:ext uri="{FF2B5EF4-FFF2-40B4-BE49-F238E27FC236}">
                <a16:creationId xmlns:a16="http://schemas.microsoft.com/office/drawing/2014/main" id="{16E6EFA6-1A20-5B78-831B-07F6DF0361F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7F62C13-2E9A-8A43-810F-0E4202F2C8CF}"/>
              </a:ext>
            </a:extLst>
          </p:cNvPr>
          <p:cNvSpPr>
            <a:spLocks noGrp="1"/>
          </p:cNvSpPr>
          <p:nvPr>
            <p:ph type="sldNum" sz="quarter" idx="12"/>
          </p:nvPr>
        </p:nvSpPr>
        <p:spPr/>
        <p:txBody>
          <a:bodyPr/>
          <a:lstStyle/>
          <a:p>
            <a:fld id="{9A7208B0-ACC0-4D8E-8877-5005A9565531}" type="slidenum">
              <a:rPr lang="en-IN" smtClean="0"/>
              <a:t>‹#›</a:t>
            </a:fld>
            <a:endParaRPr lang="en-IN"/>
          </a:p>
        </p:txBody>
      </p:sp>
    </p:spTree>
    <p:extLst>
      <p:ext uri="{BB962C8B-B14F-4D97-AF65-F5344CB8AC3E}">
        <p14:creationId xmlns:p14="http://schemas.microsoft.com/office/powerpoint/2010/main" val="8605101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919AF1E-B56B-29E8-026F-59F9E94B90B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53744D8-F388-B20C-D7B4-F70BC7A1361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B519910-7863-0ECA-3457-2315A0060909}"/>
              </a:ext>
            </a:extLst>
          </p:cNvPr>
          <p:cNvSpPr>
            <a:spLocks noGrp="1"/>
          </p:cNvSpPr>
          <p:nvPr>
            <p:ph type="dt" sz="half" idx="10"/>
          </p:nvPr>
        </p:nvSpPr>
        <p:spPr/>
        <p:txBody>
          <a:bodyPr/>
          <a:lstStyle/>
          <a:p>
            <a:fld id="{26CAB802-4085-4FA4-9EBA-0CB97324096D}" type="datetimeFigureOut">
              <a:rPr lang="en-IN" smtClean="0"/>
              <a:t>23-04-2026</a:t>
            </a:fld>
            <a:endParaRPr lang="en-IN"/>
          </a:p>
        </p:txBody>
      </p:sp>
      <p:sp>
        <p:nvSpPr>
          <p:cNvPr id="5" name="Footer Placeholder 4">
            <a:extLst>
              <a:ext uri="{FF2B5EF4-FFF2-40B4-BE49-F238E27FC236}">
                <a16:creationId xmlns:a16="http://schemas.microsoft.com/office/drawing/2014/main" id="{4037A82E-175C-73E0-D2CD-764F904CE67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CD40EFE-D4D8-D5AB-0C78-D54A44030D69}"/>
              </a:ext>
            </a:extLst>
          </p:cNvPr>
          <p:cNvSpPr>
            <a:spLocks noGrp="1"/>
          </p:cNvSpPr>
          <p:nvPr>
            <p:ph type="sldNum" sz="quarter" idx="12"/>
          </p:nvPr>
        </p:nvSpPr>
        <p:spPr/>
        <p:txBody>
          <a:bodyPr/>
          <a:lstStyle/>
          <a:p>
            <a:fld id="{9A7208B0-ACC0-4D8E-8877-5005A9565531}" type="slidenum">
              <a:rPr lang="en-IN" smtClean="0"/>
              <a:t>‹#›</a:t>
            </a:fld>
            <a:endParaRPr lang="en-IN"/>
          </a:p>
        </p:txBody>
      </p:sp>
    </p:spTree>
    <p:extLst>
      <p:ext uri="{BB962C8B-B14F-4D97-AF65-F5344CB8AC3E}">
        <p14:creationId xmlns:p14="http://schemas.microsoft.com/office/powerpoint/2010/main" val="34666595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602A721-6D40-A0B2-6570-29482EB382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64F1F3E-0FBF-069F-900A-68431E57018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7160500-BB6F-7242-B999-497EF14D6CC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CAB802-4085-4FA4-9EBA-0CB97324096D}" type="datetimeFigureOut">
              <a:rPr lang="en-IN" smtClean="0"/>
              <a:t>23-04-2026</a:t>
            </a:fld>
            <a:endParaRPr lang="en-IN"/>
          </a:p>
        </p:txBody>
      </p:sp>
      <p:sp>
        <p:nvSpPr>
          <p:cNvPr id="5" name="Footer Placeholder 4">
            <a:extLst>
              <a:ext uri="{FF2B5EF4-FFF2-40B4-BE49-F238E27FC236}">
                <a16:creationId xmlns:a16="http://schemas.microsoft.com/office/drawing/2014/main" id="{5DCC011F-5A0C-1F15-59E0-3275343CFA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57D9467-5AAF-AC98-3438-20F6DEF92FA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A7208B0-ACC0-4D8E-8877-5005A9565531}" type="slidenum">
              <a:rPr lang="en-IN" smtClean="0"/>
              <a:t>‹#›</a:t>
            </a:fld>
            <a:endParaRPr lang="en-IN"/>
          </a:p>
        </p:txBody>
      </p:sp>
    </p:spTree>
    <p:extLst>
      <p:ext uri="{BB962C8B-B14F-4D97-AF65-F5344CB8AC3E}">
        <p14:creationId xmlns:p14="http://schemas.microsoft.com/office/powerpoint/2010/main" val="24379346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23.png"/><Relationship Id="rId18" Type="http://schemas.openxmlformats.org/officeDocument/2006/relationships/customXml" Target="../ink/ink8.xml"/><Relationship Id="rId3" Type="http://schemas.openxmlformats.org/officeDocument/2006/relationships/image" Target="../media/image18.png"/><Relationship Id="rId7" Type="http://schemas.openxmlformats.org/officeDocument/2006/relationships/image" Target="../media/image20.png"/><Relationship Id="rId12" Type="http://schemas.openxmlformats.org/officeDocument/2006/relationships/customXml" Target="../ink/ink5.xml"/><Relationship Id="rId17" Type="http://schemas.openxmlformats.org/officeDocument/2006/relationships/image" Target="../media/image25.png"/><Relationship Id="rId2" Type="http://schemas.openxmlformats.org/officeDocument/2006/relationships/image" Target="../media/image1.png"/><Relationship Id="rId16" Type="http://schemas.openxmlformats.org/officeDocument/2006/relationships/customXml" Target="../ink/ink7.xml"/><Relationship Id="rId1" Type="http://schemas.openxmlformats.org/officeDocument/2006/relationships/slideLayout" Target="../slideLayouts/slideLayout7.xml"/><Relationship Id="rId6" Type="http://schemas.openxmlformats.org/officeDocument/2006/relationships/customXml" Target="../ink/ink2.xml"/><Relationship Id="rId11" Type="http://schemas.openxmlformats.org/officeDocument/2006/relationships/image" Target="../media/image22.png"/><Relationship Id="rId5" Type="http://schemas.openxmlformats.org/officeDocument/2006/relationships/image" Target="../media/image19.png"/><Relationship Id="rId15" Type="http://schemas.openxmlformats.org/officeDocument/2006/relationships/image" Target="../media/image24.png"/><Relationship Id="rId10" Type="http://schemas.openxmlformats.org/officeDocument/2006/relationships/customXml" Target="../ink/ink4.xml"/><Relationship Id="rId19" Type="http://schemas.openxmlformats.org/officeDocument/2006/relationships/image" Target="../media/image26.png"/><Relationship Id="rId4" Type="http://schemas.openxmlformats.org/officeDocument/2006/relationships/customXml" Target="../ink/ink1.xml"/><Relationship Id="rId9" Type="http://schemas.openxmlformats.org/officeDocument/2006/relationships/image" Target="../media/image21.png"/><Relationship Id="rId14" Type="http://schemas.openxmlformats.org/officeDocument/2006/relationships/customXml" Target="../ink/ink6.xml"/></Relationships>
</file>

<file path=ppt/slides/_rels/slide11.xml.rels><?xml version="1.0" encoding="UTF-8" standalone="yes"?>
<Relationships xmlns="http://schemas.openxmlformats.org/package/2006/relationships"><Relationship Id="rId13" Type="http://schemas.openxmlformats.org/officeDocument/2006/relationships/image" Target="../media/image32.png"/><Relationship Id="rId18" Type="http://schemas.openxmlformats.org/officeDocument/2006/relationships/customXml" Target="../ink/ink16.xml"/><Relationship Id="rId26" Type="http://schemas.openxmlformats.org/officeDocument/2006/relationships/customXml" Target="../ink/ink20.xml"/><Relationship Id="rId39" Type="http://schemas.openxmlformats.org/officeDocument/2006/relationships/image" Target="../media/image45.png"/><Relationship Id="rId21" Type="http://schemas.openxmlformats.org/officeDocument/2006/relationships/image" Target="../media/image36.png"/><Relationship Id="rId34" Type="http://schemas.openxmlformats.org/officeDocument/2006/relationships/customXml" Target="../ink/ink24.xml"/><Relationship Id="rId42" Type="http://schemas.openxmlformats.org/officeDocument/2006/relationships/customXml" Target="../ink/ink28.xml"/><Relationship Id="rId7" Type="http://schemas.openxmlformats.org/officeDocument/2006/relationships/image" Target="../media/image29.png"/><Relationship Id="rId2" Type="http://schemas.openxmlformats.org/officeDocument/2006/relationships/image" Target="../media/image1.png"/><Relationship Id="rId16" Type="http://schemas.openxmlformats.org/officeDocument/2006/relationships/customXml" Target="../ink/ink15.xml"/><Relationship Id="rId29"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customXml" Target="../ink/ink10.xml"/><Relationship Id="rId11" Type="http://schemas.openxmlformats.org/officeDocument/2006/relationships/image" Target="../media/image31.png"/><Relationship Id="rId24" Type="http://schemas.openxmlformats.org/officeDocument/2006/relationships/customXml" Target="../ink/ink19.xml"/><Relationship Id="rId32" Type="http://schemas.openxmlformats.org/officeDocument/2006/relationships/customXml" Target="../ink/ink23.xml"/><Relationship Id="rId37" Type="http://schemas.openxmlformats.org/officeDocument/2006/relationships/image" Target="../media/image44.png"/><Relationship Id="rId40" Type="http://schemas.openxmlformats.org/officeDocument/2006/relationships/customXml" Target="../ink/ink27.xml"/><Relationship Id="rId45" Type="http://schemas.openxmlformats.org/officeDocument/2006/relationships/image" Target="../media/image48.png"/><Relationship Id="rId5" Type="http://schemas.openxmlformats.org/officeDocument/2006/relationships/image" Target="../media/image28.png"/><Relationship Id="rId15" Type="http://schemas.openxmlformats.org/officeDocument/2006/relationships/image" Target="../media/image33.png"/><Relationship Id="rId23" Type="http://schemas.openxmlformats.org/officeDocument/2006/relationships/image" Target="../media/image37.png"/><Relationship Id="rId28" Type="http://schemas.openxmlformats.org/officeDocument/2006/relationships/customXml" Target="../ink/ink21.xml"/><Relationship Id="rId36" Type="http://schemas.openxmlformats.org/officeDocument/2006/relationships/customXml" Target="../ink/ink25.xml"/><Relationship Id="rId10" Type="http://schemas.openxmlformats.org/officeDocument/2006/relationships/customXml" Target="../ink/ink12.xml"/><Relationship Id="rId19" Type="http://schemas.openxmlformats.org/officeDocument/2006/relationships/image" Target="../media/image35.png"/><Relationship Id="rId31" Type="http://schemas.openxmlformats.org/officeDocument/2006/relationships/image" Target="../media/image41.png"/><Relationship Id="rId44" Type="http://schemas.openxmlformats.org/officeDocument/2006/relationships/customXml" Target="../ink/ink29.xml"/><Relationship Id="rId4" Type="http://schemas.openxmlformats.org/officeDocument/2006/relationships/customXml" Target="../ink/ink9.xml"/><Relationship Id="rId9" Type="http://schemas.openxmlformats.org/officeDocument/2006/relationships/image" Target="../media/image30.png"/><Relationship Id="rId14" Type="http://schemas.openxmlformats.org/officeDocument/2006/relationships/customXml" Target="../ink/ink14.xml"/><Relationship Id="rId22" Type="http://schemas.openxmlformats.org/officeDocument/2006/relationships/customXml" Target="../ink/ink18.xml"/><Relationship Id="rId27" Type="http://schemas.openxmlformats.org/officeDocument/2006/relationships/image" Target="../media/image39.png"/><Relationship Id="rId30" Type="http://schemas.openxmlformats.org/officeDocument/2006/relationships/customXml" Target="../ink/ink22.xml"/><Relationship Id="rId35" Type="http://schemas.openxmlformats.org/officeDocument/2006/relationships/image" Target="../media/image43.png"/><Relationship Id="rId43" Type="http://schemas.openxmlformats.org/officeDocument/2006/relationships/image" Target="../media/image47.png"/><Relationship Id="rId8" Type="http://schemas.openxmlformats.org/officeDocument/2006/relationships/customXml" Target="../ink/ink11.xml"/><Relationship Id="rId3" Type="http://schemas.openxmlformats.org/officeDocument/2006/relationships/image" Target="../media/image27.png"/><Relationship Id="rId12" Type="http://schemas.openxmlformats.org/officeDocument/2006/relationships/customXml" Target="../ink/ink13.xml"/><Relationship Id="rId17" Type="http://schemas.openxmlformats.org/officeDocument/2006/relationships/image" Target="../media/image34.png"/><Relationship Id="rId25" Type="http://schemas.openxmlformats.org/officeDocument/2006/relationships/image" Target="../media/image38.png"/><Relationship Id="rId33" Type="http://schemas.openxmlformats.org/officeDocument/2006/relationships/image" Target="../media/image42.png"/><Relationship Id="rId38" Type="http://schemas.openxmlformats.org/officeDocument/2006/relationships/customXml" Target="../ink/ink26.xml"/><Relationship Id="rId20" Type="http://schemas.openxmlformats.org/officeDocument/2006/relationships/customXml" Target="../ink/ink17.xml"/><Relationship Id="rId41" Type="http://schemas.openxmlformats.org/officeDocument/2006/relationships/image" Target="../media/image46.png"/></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1A351-FC64-7749-3C10-949981D84B9E}"/>
              </a:ext>
            </a:extLst>
          </p:cNvPr>
          <p:cNvSpPr>
            <a:spLocks noGrp="1"/>
          </p:cNvSpPr>
          <p:nvPr>
            <p:ph type="ctrTitle"/>
          </p:nvPr>
        </p:nvSpPr>
        <p:spPr>
          <a:xfrm>
            <a:off x="386540" y="1327508"/>
            <a:ext cx="11191568" cy="884750"/>
          </a:xfrm>
        </p:spPr>
        <p:txBody>
          <a:bodyPr>
            <a:noAutofit/>
          </a:bodyPr>
          <a:lstStyle/>
          <a:p>
            <a:r>
              <a:rPr lang="en-US" sz="4400" b="1" dirty="0">
                <a:latin typeface="Bookman Old Style" panose="02050604050505020204" pitchFamily="18" charset="0"/>
              </a:rPr>
              <a:t>Embedded Intelligence at the Edge</a:t>
            </a:r>
            <a:endParaRPr lang="en-IN" sz="4400" b="1" dirty="0">
              <a:latin typeface="Bookman Old Style" panose="02050604050505020204" pitchFamily="18" charset="0"/>
            </a:endParaRPr>
          </a:p>
        </p:txBody>
      </p:sp>
      <p:sp>
        <p:nvSpPr>
          <p:cNvPr id="3" name="Subtitle 2">
            <a:extLst>
              <a:ext uri="{FF2B5EF4-FFF2-40B4-BE49-F238E27FC236}">
                <a16:creationId xmlns:a16="http://schemas.microsoft.com/office/drawing/2014/main" id="{F9C95474-76C4-16BE-B6F4-E984C82B0B1B}"/>
              </a:ext>
            </a:extLst>
          </p:cNvPr>
          <p:cNvSpPr>
            <a:spLocks noGrp="1"/>
          </p:cNvSpPr>
          <p:nvPr>
            <p:ph type="subTitle" idx="1"/>
          </p:nvPr>
        </p:nvSpPr>
        <p:spPr>
          <a:xfrm>
            <a:off x="4243211" y="2625213"/>
            <a:ext cx="4053348" cy="619432"/>
          </a:xfrm>
        </p:spPr>
        <p:txBody>
          <a:bodyPr/>
          <a:lstStyle/>
          <a:p>
            <a:r>
              <a:rPr lang="en-US" b="1" dirty="0" err="1">
                <a:solidFill>
                  <a:schemeClr val="accent1">
                    <a:lumMod val="75000"/>
                  </a:schemeClr>
                </a:solidFill>
                <a:latin typeface="Bookman Old Style" panose="02050604050505020204" pitchFamily="18" charset="0"/>
              </a:rPr>
              <a:t>Dr.Pratibha</a:t>
            </a:r>
            <a:r>
              <a:rPr lang="en-US" b="1" dirty="0">
                <a:solidFill>
                  <a:schemeClr val="accent1">
                    <a:lumMod val="75000"/>
                  </a:schemeClr>
                </a:solidFill>
                <a:latin typeface="Bookman Old Style" panose="02050604050505020204" pitchFamily="18" charset="0"/>
              </a:rPr>
              <a:t> </a:t>
            </a:r>
            <a:r>
              <a:rPr lang="en-US" b="1" dirty="0" err="1">
                <a:solidFill>
                  <a:schemeClr val="accent1">
                    <a:lumMod val="75000"/>
                  </a:schemeClr>
                </a:solidFill>
                <a:latin typeface="Bookman Old Style" panose="02050604050505020204" pitchFamily="18" charset="0"/>
              </a:rPr>
              <a:t>Kantanavar</a:t>
            </a:r>
            <a:endParaRPr lang="en-IN" b="1" dirty="0">
              <a:solidFill>
                <a:schemeClr val="accent1">
                  <a:lumMod val="75000"/>
                </a:schemeClr>
              </a:solidFill>
              <a:latin typeface="Bookman Old Style" panose="02050604050505020204" pitchFamily="18" charset="0"/>
            </a:endParaRPr>
          </a:p>
        </p:txBody>
      </p:sp>
      <p:pic>
        <p:nvPicPr>
          <p:cNvPr id="11" name="Picture 10">
            <a:extLst>
              <a:ext uri="{FF2B5EF4-FFF2-40B4-BE49-F238E27FC236}">
                <a16:creationId xmlns:a16="http://schemas.microsoft.com/office/drawing/2014/main" id="{B5A3F4DA-AA3F-2A86-627F-12329304282D}"/>
              </a:ext>
            </a:extLst>
          </p:cNvPr>
          <p:cNvPicPr>
            <a:picLocks noChangeAspect="1"/>
          </p:cNvPicPr>
          <p:nvPr/>
        </p:nvPicPr>
        <p:blipFill>
          <a:blip r:embed="rId2"/>
          <a:stretch>
            <a:fillRect/>
          </a:stretch>
        </p:blipFill>
        <p:spPr>
          <a:xfrm>
            <a:off x="10513100" y="0"/>
            <a:ext cx="1436777" cy="737419"/>
          </a:xfrm>
          <a:prstGeom prst="rect">
            <a:avLst/>
          </a:prstGeom>
        </p:spPr>
      </p:pic>
      <p:pic>
        <p:nvPicPr>
          <p:cNvPr id="12" name="Picture 11">
            <a:extLst>
              <a:ext uri="{FF2B5EF4-FFF2-40B4-BE49-F238E27FC236}">
                <a16:creationId xmlns:a16="http://schemas.microsoft.com/office/drawing/2014/main" id="{4D5CB5C4-E697-6123-5888-51250233D859}"/>
              </a:ext>
            </a:extLst>
          </p:cNvPr>
          <p:cNvPicPr>
            <a:picLocks noChangeAspect="1"/>
          </p:cNvPicPr>
          <p:nvPr/>
        </p:nvPicPr>
        <p:blipFill>
          <a:blip r:embed="rId3"/>
          <a:stretch>
            <a:fillRect/>
          </a:stretch>
        </p:blipFill>
        <p:spPr>
          <a:xfrm>
            <a:off x="4954539" y="6101408"/>
            <a:ext cx="2055571" cy="365760"/>
          </a:xfrm>
          <a:prstGeom prst="rect">
            <a:avLst/>
          </a:prstGeom>
        </p:spPr>
      </p:pic>
    </p:spTree>
    <p:extLst>
      <p:ext uri="{BB962C8B-B14F-4D97-AF65-F5344CB8AC3E}">
        <p14:creationId xmlns:p14="http://schemas.microsoft.com/office/powerpoint/2010/main" val="28767190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3106190-384B-E8FF-9CD9-A97936D2A381}"/>
              </a:ext>
            </a:extLst>
          </p:cNvPr>
          <p:cNvPicPr>
            <a:picLocks noChangeAspect="1"/>
          </p:cNvPicPr>
          <p:nvPr/>
        </p:nvPicPr>
        <p:blipFill>
          <a:blip r:embed="rId2"/>
          <a:stretch>
            <a:fillRect/>
          </a:stretch>
        </p:blipFill>
        <p:spPr>
          <a:xfrm>
            <a:off x="0" y="0"/>
            <a:ext cx="2941093" cy="2273145"/>
          </a:xfrm>
          <a:prstGeom prst="rect">
            <a:avLst/>
          </a:prstGeom>
        </p:spPr>
      </p:pic>
      <p:pic>
        <p:nvPicPr>
          <p:cNvPr id="7" name="Picture 6">
            <a:extLst>
              <a:ext uri="{FF2B5EF4-FFF2-40B4-BE49-F238E27FC236}">
                <a16:creationId xmlns:a16="http://schemas.microsoft.com/office/drawing/2014/main" id="{69E42CA8-EE2E-3F20-C94C-7A0CB57C8D40}"/>
              </a:ext>
            </a:extLst>
          </p:cNvPr>
          <p:cNvPicPr>
            <a:picLocks noChangeAspect="1"/>
          </p:cNvPicPr>
          <p:nvPr/>
        </p:nvPicPr>
        <p:blipFill>
          <a:blip r:embed="rId3"/>
          <a:stretch>
            <a:fillRect/>
          </a:stretch>
        </p:blipFill>
        <p:spPr>
          <a:xfrm>
            <a:off x="2941093" y="0"/>
            <a:ext cx="3446059" cy="2273145"/>
          </a:xfrm>
          <a:prstGeom prst="rect">
            <a:avLst/>
          </a:prstGeom>
        </p:spPr>
      </p:pic>
      <p:pic>
        <p:nvPicPr>
          <p:cNvPr id="9" name="Picture 8">
            <a:extLst>
              <a:ext uri="{FF2B5EF4-FFF2-40B4-BE49-F238E27FC236}">
                <a16:creationId xmlns:a16="http://schemas.microsoft.com/office/drawing/2014/main" id="{1ED7D235-A437-35F5-B55C-4691FD45A136}"/>
              </a:ext>
            </a:extLst>
          </p:cNvPr>
          <p:cNvPicPr>
            <a:picLocks noChangeAspect="1"/>
          </p:cNvPicPr>
          <p:nvPr/>
        </p:nvPicPr>
        <p:blipFill>
          <a:blip r:embed="rId4"/>
          <a:stretch>
            <a:fillRect/>
          </a:stretch>
        </p:blipFill>
        <p:spPr>
          <a:xfrm>
            <a:off x="6387152" y="0"/>
            <a:ext cx="3012874" cy="2273145"/>
          </a:xfrm>
          <a:prstGeom prst="rect">
            <a:avLst/>
          </a:prstGeom>
        </p:spPr>
      </p:pic>
      <p:pic>
        <p:nvPicPr>
          <p:cNvPr id="11" name="Picture 10">
            <a:extLst>
              <a:ext uri="{FF2B5EF4-FFF2-40B4-BE49-F238E27FC236}">
                <a16:creationId xmlns:a16="http://schemas.microsoft.com/office/drawing/2014/main" id="{2548E020-2049-3742-2787-AE09D694AA1D}"/>
              </a:ext>
            </a:extLst>
          </p:cNvPr>
          <p:cNvPicPr>
            <a:picLocks noChangeAspect="1"/>
          </p:cNvPicPr>
          <p:nvPr/>
        </p:nvPicPr>
        <p:blipFill>
          <a:blip r:embed="rId5"/>
          <a:stretch>
            <a:fillRect/>
          </a:stretch>
        </p:blipFill>
        <p:spPr>
          <a:xfrm>
            <a:off x="9400027" y="0"/>
            <a:ext cx="2791974" cy="2273144"/>
          </a:xfrm>
          <a:prstGeom prst="rect">
            <a:avLst/>
          </a:prstGeom>
        </p:spPr>
      </p:pic>
      <p:pic>
        <p:nvPicPr>
          <p:cNvPr id="13" name="Picture 12">
            <a:extLst>
              <a:ext uri="{FF2B5EF4-FFF2-40B4-BE49-F238E27FC236}">
                <a16:creationId xmlns:a16="http://schemas.microsoft.com/office/drawing/2014/main" id="{2DF32BF1-8273-EC28-9CC7-AE412C9E5F39}"/>
              </a:ext>
            </a:extLst>
          </p:cNvPr>
          <p:cNvPicPr>
            <a:picLocks noChangeAspect="1"/>
          </p:cNvPicPr>
          <p:nvPr/>
        </p:nvPicPr>
        <p:blipFill>
          <a:blip r:embed="rId6"/>
          <a:stretch>
            <a:fillRect/>
          </a:stretch>
        </p:blipFill>
        <p:spPr>
          <a:xfrm>
            <a:off x="0" y="4217159"/>
            <a:ext cx="2941093" cy="2640842"/>
          </a:xfrm>
          <a:prstGeom prst="rect">
            <a:avLst/>
          </a:prstGeom>
        </p:spPr>
      </p:pic>
      <p:pic>
        <p:nvPicPr>
          <p:cNvPr id="15" name="Picture 14">
            <a:extLst>
              <a:ext uri="{FF2B5EF4-FFF2-40B4-BE49-F238E27FC236}">
                <a16:creationId xmlns:a16="http://schemas.microsoft.com/office/drawing/2014/main" id="{DE9F3832-ABC2-01E2-F458-A018FDD74E55}"/>
              </a:ext>
            </a:extLst>
          </p:cNvPr>
          <p:cNvPicPr>
            <a:picLocks noChangeAspect="1"/>
          </p:cNvPicPr>
          <p:nvPr/>
        </p:nvPicPr>
        <p:blipFill>
          <a:blip r:embed="rId7"/>
          <a:stretch>
            <a:fillRect/>
          </a:stretch>
        </p:blipFill>
        <p:spPr>
          <a:xfrm>
            <a:off x="2941093" y="4217158"/>
            <a:ext cx="3446059" cy="2640842"/>
          </a:xfrm>
          <a:prstGeom prst="rect">
            <a:avLst/>
          </a:prstGeom>
        </p:spPr>
      </p:pic>
      <p:pic>
        <p:nvPicPr>
          <p:cNvPr id="17" name="Picture 16">
            <a:extLst>
              <a:ext uri="{FF2B5EF4-FFF2-40B4-BE49-F238E27FC236}">
                <a16:creationId xmlns:a16="http://schemas.microsoft.com/office/drawing/2014/main" id="{ABD88889-0A90-2ED7-95D8-472BBBB75D42}"/>
              </a:ext>
            </a:extLst>
          </p:cNvPr>
          <p:cNvPicPr>
            <a:picLocks noChangeAspect="1"/>
          </p:cNvPicPr>
          <p:nvPr/>
        </p:nvPicPr>
        <p:blipFill>
          <a:blip r:embed="rId8"/>
          <a:stretch>
            <a:fillRect/>
          </a:stretch>
        </p:blipFill>
        <p:spPr>
          <a:xfrm>
            <a:off x="6387151" y="4217157"/>
            <a:ext cx="3012873" cy="2640844"/>
          </a:xfrm>
          <a:prstGeom prst="rect">
            <a:avLst/>
          </a:prstGeom>
        </p:spPr>
      </p:pic>
      <p:pic>
        <p:nvPicPr>
          <p:cNvPr id="19" name="Picture 18">
            <a:extLst>
              <a:ext uri="{FF2B5EF4-FFF2-40B4-BE49-F238E27FC236}">
                <a16:creationId xmlns:a16="http://schemas.microsoft.com/office/drawing/2014/main" id="{4D881FBE-DAB7-784B-728C-1D88A0C5672C}"/>
              </a:ext>
            </a:extLst>
          </p:cNvPr>
          <p:cNvPicPr>
            <a:picLocks noChangeAspect="1"/>
          </p:cNvPicPr>
          <p:nvPr/>
        </p:nvPicPr>
        <p:blipFill>
          <a:blip r:embed="rId9"/>
          <a:stretch>
            <a:fillRect/>
          </a:stretch>
        </p:blipFill>
        <p:spPr>
          <a:xfrm>
            <a:off x="9400024" y="4162566"/>
            <a:ext cx="2791974" cy="2695433"/>
          </a:xfrm>
          <a:prstGeom prst="rect">
            <a:avLst/>
          </a:prstGeom>
        </p:spPr>
      </p:pic>
      <p:sp>
        <p:nvSpPr>
          <p:cNvPr id="20" name="TextBox 19">
            <a:extLst>
              <a:ext uri="{FF2B5EF4-FFF2-40B4-BE49-F238E27FC236}">
                <a16:creationId xmlns:a16="http://schemas.microsoft.com/office/drawing/2014/main" id="{799E7CDF-B38F-C844-537C-BB99298BF01E}"/>
              </a:ext>
            </a:extLst>
          </p:cNvPr>
          <p:cNvSpPr txBox="1"/>
          <p:nvPr/>
        </p:nvSpPr>
        <p:spPr>
          <a:xfrm>
            <a:off x="170597" y="2565611"/>
            <a:ext cx="11607421" cy="1569660"/>
          </a:xfrm>
          <a:prstGeom prst="rect">
            <a:avLst/>
          </a:prstGeom>
          <a:noFill/>
        </p:spPr>
        <p:txBody>
          <a:bodyPr wrap="square" rtlCol="0">
            <a:spAutoFit/>
          </a:bodyPr>
          <a:lstStyle/>
          <a:p>
            <a:pPr algn="just"/>
            <a:r>
              <a:rPr lang="en-US" sz="2400" b="1" dirty="0">
                <a:latin typeface="Times New Roman" panose="02020603050405020304" pitchFamily="18" charset="0"/>
                <a:cs typeface="Times New Roman" panose="02020603050405020304" pitchFamily="18" charset="0"/>
              </a:rPr>
              <a:t>"The future of embedded systems lies in their increasing integration with AI and IoT, transforming everything from healthcare to transportation, with the promise of smarter, more efficient, and more connected devices that will reshape industries and everyday life."</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61636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11494AB-6732-D0A3-823C-9FA766D78F35}"/>
              </a:ext>
            </a:extLst>
          </p:cNvPr>
          <p:cNvPicPr>
            <a:picLocks noChangeAspect="1"/>
          </p:cNvPicPr>
          <p:nvPr/>
        </p:nvPicPr>
        <p:blipFill>
          <a:blip r:embed="rId2"/>
          <a:stretch>
            <a:fillRect/>
          </a:stretch>
        </p:blipFill>
        <p:spPr>
          <a:xfrm>
            <a:off x="136478" y="0"/>
            <a:ext cx="11873552" cy="6858000"/>
          </a:xfrm>
          <a:prstGeom prst="rect">
            <a:avLst/>
          </a:prstGeom>
        </p:spPr>
      </p:pic>
      <p:pic>
        <p:nvPicPr>
          <p:cNvPr id="2" name="Picture 1">
            <a:extLst>
              <a:ext uri="{FF2B5EF4-FFF2-40B4-BE49-F238E27FC236}">
                <a16:creationId xmlns:a16="http://schemas.microsoft.com/office/drawing/2014/main" id="{DED0750D-DBED-18D0-A0F5-251F98AB84D6}"/>
              </a:ext>
            </a:extLst>
          </p:cNvPr>
          <p:cNvPicPr>
            <a:picLocks noChangeAspect="1"/>
          </p:cNvPicPr>
          <p:nvPr/>
        </p:nvPicPr>
        <p:blipFill>
          <a:blip r:embed="rId3"/>
          <a:stretch>
            <a:fillRect/>
          </a:stretch>
        </p:blipFill>
        <p:spPr>
          <a:xfrm>
            <a:off x="10513100" y="0"/>
            <a:ext cx="1436777" cy="737419"/>
          </a:xfrm>
          <a:prstGeom prst="rect">
            <a:avLst/>
          </a:prstGeom>
        </p:spPr>
      </p:pic>
    </p:spTree>
    <p:extLst>
      <p:ext uri="{BB962C8B-B14F-4D97-AF65-F5344CB8AC3E}">
        <p14:creationId xmlns:p14="http://schemas.microsoft.com/office/powerpoint/2010/main" val="33129838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63E23-8F7F-010A-81DE-483E4486A48A}"/>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04FD3A38-9587-9B28-8186-78E330F4AFDA}"/>
              </a:ext>
            </a:extLst>
          </p:cNvPr>
          <p:cNvPicPr>
            <a:picLocks noChangeAspect="1"/>
          </p:cNvPicPr>
          <p:nvPr/>
        </p:nvPicPr>
        <p:blipFill>
          <a:blip r:embed="rId2"/>
          <a:stretch>
            <a:fillRect/>
          </a:stretch>
        </p:blipFill>
        <p:spPr>
          <a:xfrm>
            <a:off x="10513100" y="0"/>
            <a:ext cx="1436777" cy="737419"/>
          </a:xfrm>
          <a:prstGeom prst="rect">
            <a:avLst/>
          </a:prstGeom>
        </p:spPr>
      </p:pic>
      <p:pic>
        <p:nvPicPr>
          <p:cNvPr id="2" name="Picture 1">
            <a:extLst>
              <a:ext uri="{FF2B5EF4-FFF2-40B4-BE49-F238E27FC236}">
                <a16:creationId xmlns:a16="http://schemas.microsoft.com/office/drawing/2014/main" id="{224115D2-8B2A-8861-4414-589F80481591}"/>
              </a:ext>
            </a:extLst>
          </p:cNvPr>
          <p:cNvPicPr>
            <a:picLocks noChangeAspect="1"/>
          </p:cNvPicPr>
          <p:nvPr/>
        </p:nvPicPr>
        <p:blipFill>
          <a:blip r:embed="rId3"/>
          <a:stretch>
            <a:fillRect/>
          </a:stretch>
        </p:blipFill>
        <p:spPr>
          <a:xfrm>
            <a:off x="242123" y="618385"/>
            <a:ext cx="4655636" cy="6064550"/>
          </a:xfrm>
          <a:prstGeom prst="rect">
            <a:avLst/>
          </a:prstGeom>
        </p:spPr>
      </p:pic>
      <p:pic>
        <p:nvPicPr>
          <p:cNvPr id="4" name="Picture 3">
            <a:extLst>
              <a:ext uri="{FF2B5EF4-FFF2-40B4-BE49-F238E27FC236}">
                <a16:creationId xmlns:a16="http://schemas.microsoft.com/office/drawing/2014/main" id="{4F178595-A723-3326-F992-51BE017A1CC0}"/>
              </a:ext>
            </a:extLst>
          </p:cNvPr>
          <p:cNvPicPr>
            <a:picLocks noChangeAspect="1"/>
          </p:cNvPicPr>
          <p:nvPr/>
        </p:nvPicPr>
        <p:blipFill>
          <a:blip r:embed="rId4"/>
          <a:stretch>
            <a:fillRect/>
          </a:stretch>
        </p:blipFill>
        <p:spPr>
          <a:xfrm>
            <a:off x="5045892" y="870155"/>
            <a:ext cx="6612708" cy="5812780"/>
          </a:xfrm>
          <a:prstGeom prst="rect">
            <a:avLst/>
          </a:prstGeom>
          <a:ln>
            <a:solidFill>
              <a:schemeClr val="accent1"/>
            </a:solidFill>
          </a:ln>
        </p:spPr>
      </p:pic>
    </p:spTree>
    <p:extLst>
      <p:ext uri="{BB962C8B-B14F-4D97-AF65-F5344CB8AC3E}">
        <p14:creationId xmlns:p14="http://schemas.microsoft.com/office/powerpoint/2010/main" val="29741824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CBAAF-60CA-E45B-6034-98347F4F3D7D}"/>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08FC1C4B-2CD3-88F2-0E87-51A60B519D06}"/>
              </a:ext>
            </a:extLst>
          </p:cNvPr>
          <p:cNvPicPr>
            <a:picLocks noChangeAspect="1"/>
          </p:cNvPicPr>
          <p:nvPr/>
        </p:nvPicPr>
        <p:blipFill>
          <a:blip r:embed="rId2"/>
          <a:stretch>
            <a:fillRect/>
          </a:stretch>
        </p:blipFill>
        <p:spPr>
          <a:xfrm>
            <a:off x="10513100" y="0"/>
            <a:ext cx="1436777" cy="737419"/>
          </a:xfrm>
          <a:prstGeom prst="rect">
            <a:avLst/>
          </a:prstGeom>
        </p:spPr>
      </p:pic>
      <p:pic>
        <p:nvPicPr>
          <p:cNvPr id="2" name="Picture 1">
            <a:extLst>
              <a:ext uri="{FF2B5EF4-FFF2-40B4-BE49-F238E27FC236}">
                <a16:creationId xmlns:a16="http://schemas.microsoft.com/office/drawing/2014/main" id="{857F21B7-AAE0-D8EC-2279-E4E2050AAE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3852" y="900339"/>
            <a:ext cx="5129325" cy="5220008"/>
          </a:xfrm>
          <a:prstGeom prst="rect">
            <a:avLst/>
          </a:prstGeom>
        </p:spPr>
      </p:pic>
      <p:graphicFrame>
        <p:nvGraphicFramePr>
          <p:cNvPr id="3" name="Table 2">
            <a:extLst>
              <a:ext uri="{FF2B5EF4-FFF2-40B4-BE49-F238E27FC236}">
                <a16:creationId xmlns:a16="http://schemas.microsoft.com/office/drawing/2014/main" id="{AC47FBC2-2F94-1D2F-07EC-14F8892387FB}"/>
              </a:ext>
            </a:extLst>
          </p:cNvPr>
          <p:cNvGraphicFramePr>
            <a:graphicFrameLocks noGrp="1"/>
          </p:cNvGraphicFramePr>
          <p:nvPr>
            <p:extLst>
              <p:ext uri="{D42A27DB-BD31-4B8C-83A1-F6EECF244321}">
                <p14:modId xmlns:p14="http://schemas.microsoft.com/office/powerpoint/2010/main" val="4006185689"/>
              </p:ext>
            </p:extLst>
          </p:nvPr>
        </p:nvGraphicFramePr>
        <p:xfrm>
          <a:off x="5530643" y="900339"/>
          <a:ext cx="6349182" cy="5153064"/>
        </p:xfrm>
        <a:graphic>
          <a:graphicData uri="http://schemas.openxmlformats.org/drawingml/2006/table">
            <a:tbl>
              <a:tblPr firstRow="1" firstCol="1" bandRow="1">
                <a:tableStyleId>{5940675A-B579-460E-94D1-54222C63F5DA}</a:tableStyleId>
              </a:tblPr>
              <a:tblGrid>
                <a:gridCol w="1275737">
                  <a:extLst>
                    <a:ext uri="{9D8B030D-6E8A-4147-A177-3AD203B41FA5}">
                      <a16:colId xmlns:a16="http://schemas.microsoft.com/office/drawing/2014/main" val="3183966732"/>
                    </a:ext>
                  </a:extLst>
                </a:gridCol>
                <a:gridCol w="2601451">
                  <a:extLst>
                    <a:ext uri="{9D8B030D-6E8A-4147-A177-3AD203B41FA5}">
                      <a16:colId xmlns:a16="http://schemas.microsoft.com/office/drawing/2014/main" val="1600553679"/>
                    </a:ext>
                  </a:extLst>
                </a:gridCol>
                <a:gridCol w="2471994">
                  <a:extLst>
                    <a:ext uri="{9D8B030D-6E8A-4147-A177-3AD203B41FA5}">
                      <a16:colId xmlns:a16="http://schemas.microsoft.com/office/drawing/2014/main" val="3186452074"/>
                    </a:ext>
                  </a:extLst>
                </a:gridCol>
              </a:tblGrid>
              <a:tr h="381724">
                <a:tc>
                  <a:txBody>
                    <a:bodyPr/>
                    <a:lstStyle/>
                    <a:p>
                      <a:pPr algn="just">
                        <a:lnSpc>
                          <a:spcPct val="150000"/>
                        </a:lnSpc>
                        <a:spcAft>
                          <a:spcPts val="800"/>
                        </a:spcAft>
                        <a:buNone/>
                      </a:pPr>
                      <a:r>
                        <a:rPr lang="en-IN" sz="1100" b="1" kern="100" dirty="0">
                          <a:effectLst/>
                          <a:latin typeface="Bookman Old Style" panose="02050604050505020204" pitchFamily="18" charset="0"/>
                        </a:rPr>
                        <a:t>Metric</a:t>
                      </a:r>
                      <a:endParaRPr lang="en-IN" sz="1050" b="1" kern="100" dirty="0">
                        <a:effectLst/>
                        <a:latin typeface="Bookman Old Style" panose="020506040505050202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IN" sz="1100" b="1" kern="100" dirty="0">
                          <a:effectLst/>
                          <a:latin typeface="Bookman Old Style" panose="02050604050505020204" pitchFamily="18" charset="0"/>
                        </a:rPr>
                        <a:t>Technical Description</a:t>
                      </a:r>
                      <a:endParaRPr lang="en-IN" sz="1050" b="1" kern="100" dirty="0">
                        <a:effectLst/>
                        <a:latin typeface="Bookman Old Style" panose="020506040505050202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IN" sz="1100" b="1" kern="100" dirty="0">
                          <a:effectLst/>
                          <a:latin typeface="Bookman Old Style" panose="02050604050505020204" pitchFamily="18" charset="0"/>
                        </a:rPr>
                        <a:t>Key Considerations</a:t>
                      </a:r>
                      <a:endParaRPr lang="en-IN" sz="1050" b="1" kern="100" dirty="0">
                        <a:effectLst/>
                        <a:latin typeface="Bookman Old Style" panose="020506040505050202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73894134"/>
                  </a:ext>
                </a:extLst>
              </a:tr>
              <a:tr h="1233065">
                <a:tc>
                  <a:txBody>
                    <a:bodyPr/>
                    <a:lstStyle/>
                    <a:p>
                      <a:pPr algn="just">
                        <a:lnSpc>
                          <a:spcPct val="150000"/>
                        </a:lnSpc>
                        <a:spcAft>
                          <a:spcPts val="800"/>
                        </a:spcAft>
                        <a:buNone/>
                      </a:pPr>
                      <a:r>
                        <a:rPr lang="en-IN" sz="1100" b="1" kern="100" dirty="0">
                          <a:effectLst/>
                          <a:latin typeface="Bookman Old Style" panose="02050604050505020204" pitchFamily="18" charset="0"/>
                        </a:rPr>
                        <a:t>1. Power</a:t>
                      </a:r>
                      <a:endParaRPr lang="en-IN" sz="1050" b="1" kern="100" dirty="0">
                        <a:effectLst/>
                        <a:latin typeface="Bookman Old Style" panose="020506040505050202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IN" sz="1100" kern="100" dirty="0">
                          <a:effectLst/>
                          <a:latin typeface="Bookman Old Style" panose="02050604050505020204" pitchFamily="18" charset="0"/>
                        </a:rPr>
                        <a:t>Measures energy consumption in active, idle, and sleep modes. Vital for battery-powered and IoT devices.</a:t>
                      </a:r>
                      <a:endParaRPr lang="en-IN" sz="1050" kern="100" dirty="0">
                        <a:effectLst/>
                        <a:latin typeface="Bookman Old Style" panose="020506040505050202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IN" sz="1100" kern="100">
                          <a:effectLst/>
                          <a:latin typeface="Bookman Old Style" panose="02050604050505020204" pitchFamily="18" charset="0"/>
                        </a:rPr>
                        <a:t>Power budgeting, dynamic power management (DPM), use of low-power ICs, efficient clock gating.</a:t>
                      </a:r>
                      <a:endParaRPr lang="en-IN" sz="1050" kern="100">
                        <a:effectLst/>
                        <a:latin typeface="Bookman Old Style" panose="020506040505050202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60604455"/>
                  </a:ext>
                </a:extLst>
              </a:tr>
              <a:tr h="1233065">
                <a:tc>
                  <a:txBody>
                    <a:bodyPr/>
                    <a:lstStyle/>
                    <a:p>
                      <a:pPr algn="just">
                        <a:lnSpc>
                          <a:spcPct val="150000"/>
                        </a:lnSpc>
                        <a:spcAft>
                          <a:spcPts val="800"/>
                        </a:spcAft>
                        <a:buNone/>
                      </a:pPr>
                      <a:r>
                        <a:rPr lang="en-IN" sz="1100" b="1" kern="100" dirty="0">
                          <a:effectLst/>
                          <a:latin typeface="Bookman Old Style" panose="02050604050505020204" pitchFamily="18" charset="0"/>
                        </a:rPr>
                        <a:t>2. Size</a:t>
                      </a:r>
                      <a:endParaRPr lang="en-IN" sz="1050" b="1" kern="100" dirty="0">
                        <a:effectLst/>
                        <a:latin typeface="Bookman Old Style" panose="020506040505050202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IN" sz="1100" kern="100" dirty="0">
                          <a:effectLst/>
                          <a:latin typeface="Bookman Old Style" panose="02050604050505020204" pitchFamily="18" charset="0"/>
                        </a:rPr>
                        <a:t>Physical footprint of the hardware (PCB area, SoC package size). Smaller size improves portability and integration.</a:t>
                      </a:r>
                      <a:endParaRPr lang="en-IN" sz="1050" kern="100" dirty="0">
                        <a:effectLst/>
                        <a:latin typeface="Bookman Old Style" panose="020506040505050202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IN" sz="1100" kern="100" dirty="0">
                          <a:effectLst/>
                          <a:latin typeface="Bookman Old Style" panose="02050604050505020204" pitchFamily="18" charset="0"/>
                        </a:rPr>
                        <a:t>PCB layout, system-on-chip (SoC) integration, MEMS, and packaging technologies.</a:t>
                      </a:r>
                      <a:endParaRPr lang="en-IN" sz="1050" kern="100" dirty="0">
                        <a:effectLst/>
                        <a:latin typeface="Bookman Old Style" panose="020506040505050202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90944577"/>
                  </a:ext>
                </a:extLst>
              </a:tr>
              <a:tr h="1283975">
                <a:tc>
                  <a:txBody>
                    <a:bodyPr/>
                    <a:lstStyle/>
                    <a:p>
                      <a:pPr algn="just">
                        <a:lnSpc>
                          <a:spcPct val="150000"/>
                        </a:lnSpc>
                        <a:spcAft>
                          <a:spcPts val="800"/>
                        </a:spcAft>
                        <a:buNone/>
                      </a:pPr>
                      <a:r>
                        <a:rPr lang="en-IN" sz="1100" b="1" kern="100" dirty="0">
                          <a:effectLst/>
                          <a:latin typeface="Bookman Old Style" panose="02050604050505020204" pitchFamily="18" charset="0"/>
                        </a:rPr>
                        <a:t>3. Cost</a:t>
                      </a:r>
                      <a:endParaRPr lang="en-IN" sz="1050" b="1" kern="100" dirty="0">
                        <a:effectLst/>
                        <a:latin typeface="Bookman Old Style" panose="020506040505050202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IN" sz="1100" kern="100">
                          <a:effectLst/>
                          <a:latin typeface="Bookman Old Style" panose="02050604050505020204" pitchFamily="18" charset="0"/>
                        </a:rPr>
                        <a:t>Total system cost including hardware, software, and production. Critical in consumer electronics and large-volume markets.</a:t>
                      </a:r>
                      <a:endParaRPr lang="en-IN" sz="1050" kern="100">
                        <a:effectLst/>
                        <a:latin typeface="Bookman Old Style" panose="020506040505050202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IN" sz="1100" kern="100" dirty="0">
                          <a:effectLst/>
                          <a:latin typeface="Bookman Old Style" panose="02050604050505020204" pitchFamily="18" charset="0"/>
                        </a:rPr>
                        <a:t>Trade-off between performance and affordability; economies of scale; use of off-the-shelf components.</a:t>
                      </a:r>
                      <a:endParaRPr lang="en-IN" sz="1050" kern="100" dirty="0">
                        <a:effectLst/>
                        <a:latin typeface="Bookman Old Style" panose="020506040505050202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51300597"/>
                  </a:ext>
                </a:extLst>
              </a:tr>
              <a:tr h="1021235">
                <a:tc>
                  <a:txBody>
                    <a:bodyPr/>
                    <a:lstStyle/>
                    <a:p>
                      <a:pPr algn="just">
                        <a:lnSpc>
                          <a:spcPct val="150000"/>
                        </a:lnSpc>
                        <a:spcAft>
                          <a:spcPts val="800"/>
                        </a:spcAft>
                        <a:buNone/>
                      </a:pPr>
                      <a:r>
                        <a:rPr lang="en-IN" sz="1100" b="1" kern="100" dirty="0">
                          <a:effectLst/>
                          <a:latin typeface="Bookman Old Style" panose="02050604050505020204" pitchFamily="18" charset="0"/>
                        </a:rPr>
                        <a:t>4. Performance</a:t>
                      </a:r>
                      <a:endParaRPr lang="en-IN" sz="1050" b="1" kern="100" dirty="0">
                        <a:effectLst/>
                        <a:latin typeface="Bookman Old Style" panose="020506040505050202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IN" sz="1100" kern="100">
                          <a:effectLst/>
                          <a:latin typeface="Bookman Old Style" panose="02050604050505020204" pitchFamily="18" charset="0"/>
                        </a:rPr>
                        <a:t>Ability to meet throughput, latency, and real-time deadlines efficiently.</a:t>
                      </a:r>
                      <a:endParaRPr lang="en-IN" sz="1050" kern="100">
                        <a:effectLst/>
                        <a:latin typeface="Bookman Old Style" panose="020506040505050202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IN" sz="1100" kern="100" dirty="0">
                          <a:effectLst/>
                          <a:latin typeface="Bookman Old Style" panose="02050604050505020204" pitchFamily="18" charset="0"/>
                        </a:rPr>
                        <a:t>Choice of microcontroller architecture, optimized code, pipelining, hardware accelerators, cache tuning.</a:t>
                      </a:r>
                      <a:endParaRPr lang="en-IN" sz="1050" kern="100" dirty="0">
                        <a:effectLst/>
                        <a:latin typeface="Bookman Old Style" panose="020506040505050202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36501646"/>
                  </a:ext>
                </a:extLst>
              </a:tr>
            </a:tbl>
          </a:graphicData>
        </a:graphic>
      </p:graphicFrame>
    </p:spTree>
    <p:extLst>
      <p:ext uri="{BB962C8B-B14F-4D97-AF65-F5344CB8AC3E}">
        <p14:creationId xmlns:p14="http://schemas.microsoft.com/office/powerpoint/2010/main" val="40909438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37592-1925-5C03-A4AB-C08EFAE802FE}"/>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DBAA3F1B-36B6-D4DA-72C5-03FED9EF9FC5}"/>
              </a:ext>
            </a:extLst>
          </p:cNvPr>
          <p:cNvPicPr>
            <a:picLocks noChangeAspect="1"/>
          </p:cNvPicPr>
          <p:nvPr/>
        </p:nvPicPr>
        <p:blipFill>
          <a:blip r:embed="rId2"/>
          <a:stretch>
            <a:fillRect/>
          </a:stretch>
        </p:blipFill>
        <p:spPr>
          <a:xfrm>
            <a:off x="10513100" y="0"/>
            <a:ext cx="1436777" cy="737419"/>
          </a:xfrm>
          <a:prstGeom prst="rect">
            <a:avLst/>
          </a:prstGeom>
        </p:spPr>
      </p:pic>
      <p:pic>
        <p:nvPicPr>
          <p:cNvPr id="3" name="Picture 2">
            <a:extLst>
              <a:ext uri="{FF2B5EF4-FFF2-40B4-BE49-F238E27FC236}">
                <a16:creationId xmlns:a16="http://schemas.microsoft.com/office/drawing/2014/main" id="{402B56CD-3DBF-C710-B9DD-10FDD6221A01}"/>
              </a:ext>
            </a:extLst>
          </p:cNvPr>
          <p:cNvPicPr>
            <a:picLocks noChangeAspect="1"/>
          </p:cNvPicPr>
          <p:nvPr/>
        </p:nvPicPr>
        <p:blipFill>
          <a:blip r:embed="rId3"/>
          <a:stretch>
            <a:fillRect/>
          </a:stretch>
        </p:blipFill>
        <p:spPr>
          <a:xfrm>
            <a:off x="390832" y="866051"/>
            <a:ext cx="11415252" cy="5637988"/>
          </a:xfrm>
          <a:prstGeom prst="rect">
            <a:avLst/>
          </a:prstGeom>
          <a:ln>
            <a:solidFill>
              <a:schemeClr val="tx1"/>
            </a:solidFill>
          </a:ln>
        </p:spPr>
      </p:pic>
      <p:sp>
        <p:nvSpPr>
          <p:cNvPr id="4" name="TextBox 3">
            <a:extLst>
              <a:ext uri="{FF2B5EF4-FFF2-40B4-BE49-F238E27FC236}">
                <a16:creationId xmlns:a16="http://schemas.microsoft.com/office/drawing/2014/main" id="{4DC77AB1-DE07-ADF2-B284-640EC5B0B7E0}"/>
              </a:ext>
            </a:extLst>
          </p:cNvPr>
          <p:cNvSpPr txBox="1"/>
          <p:nvPr/>
        </p:nvSpPr>
        <p:spPr>
          <a:xfrm>
            <a:off x="3607209" y="76321"/>
            <a:ext cx="4977581" cy="584775"/>
          </a:xfrm>
          <a:prstGeom prst="rect">
            <a:avLst/>
          </a:prstGeom>
          <a:noFill/>
        </p:spPr>
        <p:txBody>
          <a:bodyPr wrap="square" rtlCol="0">
            <a:spAutoFit/>
          </a:bodyPr>
          <a:lstStyle/>
          <a:p>
            <a:r>
              <a:rPr lang="en-US" sz="3200" b="1" dirty="0">
                <a:latin typeface="Bookman Old Style" panose="02050604050505020204" pitchFamily="18" charset="0"/>
              </a:rPr>
              <a:t>Embedded Linux</a:t>
            </a:r>
            <a:endParaRPr lang="en-IN" sz="3200" b="1" dirty="0">
              <a:latin typeface="Bookman Old Style" panose="02050604050505020204" pitchFamily="18" charset="0"/>
            </a:endParaRPr>
          </a:p>
        </p:txBody>
      </p:sp>
    </p:spTree>
    <p:extLst>
      <p:ext uri="{BB962C8B-B14F-4D97-AF65-F5344CB8AC3E}">
        <p14:creationId xmlns:p14="http://schemas.microsoft.com/office/powerpoint/2010/main" val="14972815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60D8949-C7A5-A09E-9E05-964F17B8022E}"/>
              </a:ext>
            </a:extLst>
          </p:cNvPr>
          <p:cNvPicPr>
            <a:picLocks noChangeAspect="1"/>
          </p:cNvPicPr>
          <p:nvPr/>
        </p:nvPicPr>
        <p:blipFill>
          <a:blip r:embed="rId2"/>
          <a:stretch>
            <a:fillRect/>
          </a:stretch>
        </p:blipFill>
        <p:spPr>
          <a:xfrm>
            <a:off x="0" y="-81115"/>
            <a:ext cx="12285405" cy="6805512"/>
          </a:xfrm>
          <a:prstGeom prst="rect">
            <a:avLst/>
          </a:prstGeom>
        </p:spPr>
      </p:pic>
      <p:pic>
        <p:nvPicPr>
          <p:cNvPr id="6" name="Picture 5">
            <a:extLst>
              <a:ext uri="{FF2B5EF4-FFF2-40B4-BE49-F238E27FC236}">
                <a16:creationId xmlns:a16="http://schemas.microsoft.com/office/drawing/2014/main" id="{DDEC09AE-1CB7-582B-9C23-9CE6FA9D3200}"/>
              </a:ext>
            </a:extLst>
          </p:cNvPr>
          <p:cNvPicPr>
            <a:picLocks noChangeAspect="1"/>
          </p:cNvPicPr>
          <p:nvPr/>
        </p:nvPicPr>
        <p:blipFill>
          <a:blip r:embed="rId3"/>
          <a:stretch>
            <a:fillRect/>
          </a:stretch>
        </p:blipFill>
        <p:spPr>
          <a:xfrm>
            <a:off x="11250560" y="-81115"/>
            <a:ext cx="1034845" cy="531129"/>
          </a:xfrm>
          <a:prstGeom prst="rect">
            <a:avLst/>
          </a:prstGeom>
        </p:spPr>
      </p:pic>
    </p:spTree>
    <p:extLst>
      <p:ext uri="{BB962C8B-B14F-4D97-AF65-F5344CB8AC3E}">
        <p14:creationId xmlns:p14="http://schemas.microsoft.com/office/powerpoint/2010/main" val="29075494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19F50-6009-2FAD-8651-B04FD4B79DD5}"/>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04EDC98D-FD58-36FA-C9A5-DF9EFAE2CCBB}"/>
              </a:ext>
            </a:extLst>
          </p:cNvPr>
          <p:cNvPicPr>
            <a:picLocks noChangeAspect="1"/>
          </p:cNvPicPr>
          <p:nvPr/>
        </p:nvPicPr>
        <p:blipFill>
          <a:blip r:embed="rId2"/>
          <a:stretch>
            <a:fillRect/>
          </a:stretch>
        </p:blipFill>
        <p:spPr>
          <a:xfrm>
            <a:off x="10513100" y="0"/>
            <a:ext cx="1436777" cy="737419"/>
          </a:xfrm>
          <a:prstGeom prst="rect">
            <a:avLst/>
          </a:prstGeom>
        </p:spPr>
      </p:pic>
      <p:pic>
        <p:nvPicPr>
          <p:cNvPr id="12" name="Picture 11">
            <a:extLst>
              <a:ext uri="{FF2B5EF4-FFF2-40B4-BE49-F238E27FC236}">
                <a16:creationId xmlns:a16="http://schemas.microsoft.com/office/drawing/2014/main" id="{FBE2C25A-F25D-5A14-8274-58F013F993A2}"/>
              </a:ext>
            </a:extLst>
          </p:cNvPr>
          <p:cNvPicPr>
            <a:picLocks noChangeAspect="1"/>
          </p:cNvPicPr>
          <p:nvPr/>
        </p:nvPicPr>
        <p:blipFill>
          <a:blip r:embed="rId3"/>
          <a:stretch>
            <a:fillRect/>
          </a:stretch>
        </p:blipFill>
        <p:spPr>
          <a:xfrm>
            <a:off x="4954539" y="6101408"/>
            <a:ext cx="2055571" cy="365760"/>
          </a:xfrm>
          <a:prstGeom prst="rect">
            <a:avLst/>
          </a:prstGeom>
        </p:spPr>
      </p:pic>
      <p:graphicFrame>
        <p:nvGraphicFramePr>
          <p:cNvPr id="8" name="Table 7">
            <a:extLst>
              <a:ext uri="{FF2B5EF4-FFF2-40B4-BE49-F238E27FC236}">
                <a16:creationId xmlns:a16="http://schemas.microsoft.com/office/drawing/2014/main" id="{7B131396-D542-F4BD-0A8D-5632EBDABC90}"/>
              </a:ext>
            </a:extLst>
          </p:cNvPr>
          <p:cNvGraphicFramePr>
            <a:graphicFrameLocks noGrp="1"/>
          </p:cNvGraphicFramePr>
          <p:nvPr>
            <p:extLst>
              <p:ext uri="{D42A27DB-BD31-4B8C-83A1-F6EECF244321}">
                <p14:modId xmlns:p14="http://schemas.microsoft.com/office/powerpoint/2010/main" val="3775642974"/>
              </p:ext>
            </p:extLst>
          </p:nvPr>
        </p:nvGraphicFramePr>
        <p:xfrm>
          <a:off x="838200" y="996251"/>
          <a:ext cx="10515600" cy="3905377"/>
        </p:xfrm>
        <a:graphic>
          <a:graphicData uri="http://schemas.openxmlformats.org/drawingml/2006/table">
            <a:tbl>
              <a:tblPr firstRow="1" firstCol="1" bandRow="1">
                <a:tableStyleId>{5940675A-B579-460E-94D1-54222C63F5DA}</a:tableStyleId>
              </a:tblPr>
              <a:tblGrid>
                <a:gridCol w="2576052">
                  <a:extLst>
                    <a:ext uri="{9D8B030D-6E8A-4147-A177-3AD203B41FA5}">
                      <a16:colId xmlns:a16="http://schemas.microsoft.com/office/drawing/2014/main" val="2962179387"/>
                    </a:ext>
                  </a:extLst>
                </a:gridCol>
                <a:gridCol w="4434348">
                  <a:extLst>
                    <a:ext uri="{9D8B030D-6E8A-4147-A177-3AD203B41FA5}">
                      <a16:colId xmlns:a16="http://schemas.microsoft.com/office/drawing/2014/main" val="4235913111"/>
                    </a:ext>
                  </a:extLst>
                </a:gridCol>
                <a:gridCol w="3505200">
                  <a:extLst>
                    <a:ext uri="{9D8B030D-6E8A-4147-A177-3AD203B41FA5}">
                      <a16:colId xmlns:a16="http://schemas.microsoft.com/office/drawing/2014/main" val="967135687"/>
                    </a:ext>
                  </a:extLst>
                </a:gridCol>
              </a:tblGrid>
              <a:tr h="0">
                <a:tc>
                  <a:txBody>
                    <a:bodyPr/>
                    <a:lstStyle/>
                    <a:p>
                      <a:pPr algn="just">
                        <a:lnSpc>
                          <a:spcPct val="150000"/>
                        </a:lnSpc>
                        <a:spcAft>
                          <a:spcPts val="800"/>
                        </a:spcAft>
                        <a:buNone/>
                      </a:pPr>
                      <a:r>
                        <a:rPr lang="en-IN" sz="1400" b="1" kern="100" dirty="0">
                          <a:effectLst/>
                          <a:latin typeface="Bookman Old Style" panose="02050604050505020204" pitchFamily="18" charset="0"/>
                        </a:rPr>
                        <a:t>Component</a:t>
                      </a:r>
                      <a:endParaRPr lang="en-IN" sz="1200" b="1" kern="100" dirty="0">
                        <a:effectLst/>
                        <a:latin typeface="Bookman Old Style" panose="020506040505050202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IN" sz="1400" b="1" kern="100" dirty="0">
                          <a:effectLst/>
                          <a:latin typeface="Bookman Old Style" panose="02050604050505020204" pitchFamily="18" charset="0"/>
                        </a:rPr>
                        <a:t>Technical Description</a:t>
                      </a:r>
                      <a:endParaRPr lang="en-IN" sz="1200" b="1" kern="100" dirty="0">
                        <a:effectLst/>
                        <a:latin typeface="Bookman Old Style" panose="020506040505050202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IN" sz="1400" b="1" kern="100" dirty="0">
                          <a:effectLst/>
                          <a:latin typeface="Bookman Old Style" panose="02050604050505020204" pitchFamily="18" charset="0"/>
                        </a:rPr>
                        <a:t>Examples</a:t>
                      </a:r>
                      <a:endParaRPr lang="en-IN" sz="1200" b="1" kern="100" dirty="0">
                        <a:effectLst/>
                        <a:latin typeface="Bookman Old Style" panose="020506040505050202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01539508"/>
                  </a:ext>
                </a:extLst>
              </a:tr>
              <a:tr h="0">
                <a:tc>
                  <a:txBody>
                    <a:bodyPr/>
                    <a:lstStyle/>
                    <a:p>
                      <a:pPr algn="just">
                        <a:lnSpc>
                          <a:spcPct val="150000"/>
                        </a:lnSpc>
                        <a:spcAft>
                          <a:spcPts val="800"/>
                        </a:spcAft>
                        <a:buNone/>
                      </a:pPr>
                      <a:r>
                        <a:rPr lang="en-IN" sz="1400" b="1" kern="100" dirty="0">
                          <a:effectLst/>
                          <a:latin typeface="Bookman Old Style" panose="02050604050505020204" pitchFamily="18" charset="0"/>
                        </a:rPr>
                        <a:t>Bootloader</a:t>
                      </a:r>
                      <a:endParaRPr lang="en-IN" sz="1200" b="1" kern="100" dirty="0">
                        <a:effectLst/>
                        <a:latin typeface="Bookman Old Style" panose="020506040505050202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IN" sz="1400" kern="100" dirty="0">
                          <a:effectLst/>
                          <a:latin typeface="Bookman Old Style" panose="02050604050505020204" pitchFamily="18" charset="0"/>
                        </a:rPr>
                        <a:t>Initializes hardware, loads the kernel into memory during system startup.</a:t>
                      </a:r>
                      <a:endParaRPr lang="en-IN" sz="1200" kern="100" dirty="0">
                        <a:effectLst/>
                        <a:latin typeface="Bookman Old Style" panose="020506040505050202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IN" sz="1400" kern="100">
                          <a:effectLst/>
                          <a:latin typeface="Bookman Old Style" panose="02050604050505020204" pitchFamily="18" charset="0"/>
                        </a:rPr>
                        <a:t>U-Boot, Barebox</a:t>
                      </a:r>
                      <a:endParaRPr lang="en-IN" sz="1200" kern="100">
                        <a:effectLst/>
                        <a:latin typeface="Bookman Old Style" panose="020506040505050202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60590140"/>
                  </a:ext>
                </a:extLst>
              </a:tr>
              <a:tr h="0">
                <a:tc>
                  <a:txBody>
                    <a:bodyPr/>
                    <a:lstStyle/>
                    <a:p>
                      <a:pPr algn="just">
                        <a:lnSpc>
                          <a:spcPct val="150000"/>
                        </a:lnSpc>
                        <a:spcAft>
                          <a:spcPts val="800"/>
                        </a:spcAft>
                        <a:buNone/>
                      </a:pPr>
                      <a:r>
                        <a:rPr lang="en-IN" sz="1400" b="1" kern="100" dirty="0">
                          <a:effectLst/>
                          <a:latin typeface="Bookman Old Style" panose="02050604050505020204" pitchFamily="18" charset="0"/>
                        </a:rPr>
                        <a:t>Linux Kernel</a:t>
                      </a:r>
                      <a:endParaRPr lang="en-IN" sz="1200" b="1" kern="100" dirty="0">
                        <a:effectLst/>
                        <a:latin typeface="Bookman Old Style" panose="020506040505050202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IN" sz="1400" kern="100" dirty="0">
                          <a:effectLst/>
                          <a:latin typeface="Bookman Old Style" panose="02050604050505020204" pitchFamily="18" charset="0"/>
                        </a:rPr>
                        <a:t>Core of the OS, managing processes, memory, I/O, and drivers; often customized and cross-compiled for target hardware.</a:t>
                      </a:r>
                      <a:endParaRPr lang="en-IN" sz="1200" kern="100" dirty="0">
                        <a:effectLst/>
                        <a:latin typeface="Bookman Old Style" panose="020506040505050202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IN" sz="1400" kern="100">
                          <a:effectLst/>
                          <a:latin typeface="Bookman Old Style" panose="02050604050505020204" pitchFamily="18" charset="0"/>
                        </a:rPr>
                        <a:t>Linux Kernel (mainline or vendor-specific)</a:t>
                      </a:r>
                      <a:endParaRPr lang="en-IN" sz="1200" kern="100">
                        <a:effectLst/>
                        <a:latin typeface="Bookman Old Style" panose="020506040505050202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52284557"/>
                  </a:ext>
                </a:extLst>
              </a:tr>
              <a:tr h="0">
                <a:tc>
                  <a:txBody>
                    <a:bodyPr/>
                    <a:lstStyle/>
                    <a:p>
                      <a:pPr algn="just">
                        <a:lnSpc>
                          <a:spcPct val="150000"/>
                        </a:lnSpc>
                        <a:spcAft>
                          <a:spcPts val="800"/>
                        </a:spcAft>
                        <a:buNone/>
                      </a:pPr>
                      <a:r>
                        <a:rPr lang="en-IN" sz="1400" b="1" kern="100" dirty="0">
                          <a:effectLst/>
                          <a:latin typeface="Bookman Old Style" panose="02050604050505020204" pitchFamily="18" charset="0"/>
                        </a:rPr>
                        <a:t>Root Filesystem (</a:t>
                      </a:r>
                      <a:r>
                        <a:rPr lang="en-IN" sz="1400" b="1" kern="100" dirty="0" err="1">
                          <a:effectLst/>
                          <a:latin typeface="Bookman Old Style" panose="02050604050505020204" pitchFamily="18" charset="0"/>
                        </a:rPr>
                        <a:t>RootFS</a:t>
                      </a:r>
                      <a:r>
                        <a:rPr lang="en-IN" sz="1400" b="1" kern="100" dirty="0">
                          <a:effectLst/>
                          <a:latin typeface="Bookman Old Style" panose="02050604050505020204" pitchFamily="18" charset="0"/>
                        </a:rPr>
                        <a:t>)</a:t>
                      </a:r>
                      <a:endParaRPr lang="en-IN" sz="1200" b="1" kern="100" dirty="0">
                        <a:effectLst/>
                        <a:latin typeface="Bookman Old Style" panose="020506040505050202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IN" sz="1400" kern="100" dirty="0">
                          <a:effectLst/>
                          <a:latin typeface="Bookman Old Style" panose="02050604050505020204" pitchFamily="18" charset="0"/>
                        </a:rPr>
                        <a:t>Contains user-space utilities, libraries, and applications.</a:t>
                      </a:r>
                      <a:endParaRPr lang="en-IN" sz="1200" kern="100" dirty="0">
                        <a:effectLst/>
                        <a:latin typeface="Bookman Old Style" panose="020506040505050202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IN" sz="1400" kern="100" dirty="0" err="1">
                          <a:effectLst/>
                          <a:latin typeface="Bookman Old Style" panose="02050604050505020204" pitchFamily="18" charset="0"/>
                        </a:rPr>
                        <a:t>BusyBox</a:t>
                      </a:r>
                      <a:r>
                        <a:rPr lang="en-IN" sz="1400" kern="100" dirty="0">
                          <a:effectLst/>
                          <a:latin typeface="Bookman Old Style" panose="02050604050505020204" pitchFamily="18" charset="0"/>
                        </a:rPr>
                        <a:t>, </a:t>
                      </a:r>
                      <a:r>
                        <a:rPr lang="en-IN" sz="1400" kern="100" dirty="0" err="1">
                          <a:effectLst/>
                          <a:latin typeface="Bookman Old Style" panose="02050604050505020204" pitchFamily="18" charset="0"/>
                        </a:rPr>
                        <a:t>Buildroot</a:t>
                      </a:r>
                      <a:r>
                        <a:rPr lang="en-IN" sz="1400" kern="100" dirty="0">
                          <a:effectLst/>
                          <a:latin typeface="Bookman Old Style" panose="02050604050505020204" pitchFamily="18" charset="0"/>
                        </a:rPr>
                        <a:t>, Yocto-based </a:t>
                      </a:r>
                      <a:r>
                        <a:rPr lang="en-IN" sz="1400" kern="100" dirty="0" err="1">
                          <a:effectLst/>
                          <a:latin typeface="Bookman Old Style" panose="02050604050505020204" pitchFamily="18" charset="0"/>
                        </a:rPr>
                        <a:t>rootfs</a:t>
                      </a:r>
                      <a:endParaRPr lang="en-IN" sz="1200" kern="100" dirty="0">
                        <a:effectLst/>
                        <a:latin typeface="Bookman Old Style" panose="020506040505050202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35766136"/>
                  </a:ext>
                </a:extLst>
              </a:tr>
              <a:tr h="0">
                <a:tc>
                  <a:txBody>
                    <a:bodyPr/>
                    <a:lstStyle/>
                    <a:p>
                      <a:pPr algn="just">
                        <a:lnSpc>
                          <a:spcPct val="150000"/>
                        </a:lnSpc>
                        <a:spcAft>
                          <a:spcPts val="800"/>
                        </a:spcAft>
                        <a:buNone/>
                      </a:pPr>
                      <a:r>
                        <a:rPr lang="en-IN" sz="1400" b="1" kern="100" dirty="0">
                          <a:effectLst/>
                          <a:latin typeface="Bookman Old Style" panose="02050604050505020204" pitchFamily="18" charset="0"/>
                        </a:rPr>
                        <a:t>Device Drivers</a:t>
                      </a:r>
                      <a:endParaRPr lang="en-IN" sz="1200" b="1" kern="100" dirty="0">
                        <a:effectLst/>
                        <a:latin typeface="Bookman Old Style" panose="020506040505050202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IN" sz="1400" kern="100">
                          <a:effectLst/>
                          <a:latin typeface="Bookman Old Style" panose="02050604050505020204" pitchFamily="18" charset="0"/>
                        </a:rPr>
                        <a:t>Interfaces between hardware peripherals and the OS for communication and control.</a:t>
                      </a:r>
                      <a:endParaRPr lang="en-IN" sz="1200" kern="100">
                        <a:effectLst/>
                        <a:latin typeface="Bookman Old Style" panose="020506040505050202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IN" sz="1400" kern="100" dirty="0">
                          <a:effectLst/>
                          <a:latin typeface="Bookman Old Style" panose="02050604050505020204" pitchFamily="18" charset="0"/>
                        </a:rPr>
                        <a:t>GPIO, UART, SPI, I2C drivers</a:t>
                      </a:r>
                      <a:endParaRPr lang="en-IN" sz="1200" kern="100" dirty="0">
                        <a:effectLst/>
                        <a:latin typeface="Bookman Old Style" panose="020506040505050202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63644750"/>
                  </a:ext>
                </a:extLst>
              </a:tr>
              <a:tr h="0">
                <a:tc>
                  <a:txBody>
                    <a:bodyPr/>
                    <a:lstStyle/>
                    <a:p>
                      <a:pPr algn="just">
                        <a:lnSpc>
                          <a:spcPct val="150000"/>
                        </a:lnSpc>
                        <a:spcAft>
                          <a:spcPts val="800"/>
                        </a:spcAft>
                        <a:buNone/>
                      </a:pPr>
                      <a:r>
                        <a:rPr lang="en-IN" sz="1400" b="1" kern="100" dirty="0">
                          <a:effectLst/>
                          <a:latin typeface="Bookman Old Style" panose="02050604050505020204" pitchFamily="18" charset="0"/>
                        </a:rPr>
                        <a:t>Libraries &amp; Middleware</a:t>
                      </a:r>
                      <a:endParaRPr lang="en-IN" sz="1200" b="1" kern="100" dirty="0">
                        <a:effectLst/>
                        <a:latin typeface="Bookman Old Style" panose="020506040505050202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IN" sz="1400" kern="100">
                          <a:effectLst/>
                          <a:latin typeface="Bookman Old Style" panose="02050604050505020204" pitchFamily="18" charset="0"/>
                        </a:rPr>
                        <a:t>Provides APIs for application development.</a:t>
                      </a:r>
                      <a:endParaRPr lang="en-IN" sz="1200" kern="100">
                        <a:effectLst/>
                        <a:latin typeface="Bookman Old Style" panose="020506040505050202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IN" sz="1400" kern="100" dirty="0" err="1">
                          <a:effectLst/>
                          <a:latin typeface="Bookman Old Style" panose="02050604050505020204" pitchFamily="18" charset="0"/>
                        </a:rPr>
                        <a:t>glibc</a:t>
                      </a:r>
                      <a:r>
                        <a:rPr lang="en-IN" sz="1400" kern="100" dirty="0">
                          <a:effectLst/>
                          <a:latin typeface="Bookman Old Style" panose="02050604050505020204" pitchFamily="18" charset="0"/>
                        </a:rPr>
                        <a:t>, </a:t>
                      </a:r>
                      <a:r>
                        <a:rPr lang="en-IN" sz="1400" kern="100" dirty="0" err="1">
                          <a:effectLst/>
                          <a:latin typeface="Bookman Old Style" panose="02050604050505020204" pitchFamily="18" charset="0"/>
                        </a:rPr>
                        <a:t>uClibc</a:t>
                      </a:r>
                      <a:r>
                        <a:rPr lang="en-IN" sz="1400" kern="100" dirty="0">
                          <a:effectLst/>
                          <a:latin typeface="Bookman Old Style" panose="02050604050505020204" pitchFamily="18" charset="0"/>
                        </a:rPr>
                        <a:t>, </a:t>
                      </a:r>
                      <a:r>
                        <a:rPr lang="en-IN" sz="1400" kern="100" dirty="0" err="1">
                          <a:effectLst/>
                          <a:latin typeface="Bookman Old Style" panose="02050604050505020204" pitchFamily="18" charset="0"/>
                        </a:rPr>
                        <a:t>musl</a:t>
                      </a:r>
                      <a:endParaRPr lang="en-IN" sz="1200" kern="100" dirty="0">
                        <a:effectLst/>
                        <a:latin typeface="Bookman Old Style" panose="020506040505050202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44284841"/>
                  </a:ext>
                </a:extLst>
              </a:tr>
              <a:tr h="0">
                <a:tc>
                  <a:txBody>
                    <a:bodyPr/>
                    <a:lstStyle/>
                    <a:p>
                      <a:pPr algn="just">
                        <a:lnSpc>
                          <a:spcPct val="150000"/>
                        </a:lnSpc>
                        <a:spcAft>
                          <a:spcPts val="800"/>
                        </a:spcAft>
                        <a:buNone/>
                      </a:pPr>
                      <a:r>
                        <a:rPr lang="en-IN" sz="1400" b="1" kern="100" dirty="0">
                          <a:effectLst/>
                          <a:latin typeface="Bookman Old Style" panose="02050604050505020204" pitchFamily="18" charset="0"/>
                        </a:rPr>
                        <a:t>Application Layer</a:t>
                      </a:r>
                      <a:endParaRPr lang="en-IN" sz="1200" b="1" kern="100" dirty="0">
                        <a:effectLst/>
                        <a:latin typeface="Bookman Old Style" panose="020506040505050202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IN" sz="1400" kern="100">
                          <a:effectLst/>
                          <a:latin typeface="Bookman Old Style" panose="02050604050505020204" pitchFamily="18" charset="0"/>
                        </a:rPr>
                        <a:t>User-developed applications specific to the embedded product.</a:t>
                      </a:r>
                      <a:endParaRPr lang="en-IN" sz="1200" kern="100">
                        <a:effectLst/>
                        <a:latin typeface="Bookman Old Style" panose="020506040505050202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IN" sz="1400" kern="100" dirty="0">
                          <a:effectLst/>
                          <a:latin typeface="Bookman Old Style" panose="02050604050505020204" pitchFamily="18" charset="0"/>
                        </a:rPr>
                        <a:t>Industrial control apps, IoT data processing apps</a:t>
                      </a:r>
                      <a:endParaRPr lang="en-IN" sz="1200" kern="100" dirty="0">
                        <a:effectLst/>
                        <a:latin typeface="Bookman Old Style" panose="020506040505050202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98389191"/>
                  </a:ext>
                </a:extLst>
              </a:tr>
            </a:tbl>
          </a:graphicData>
        </a:graphic>
      </p:graphicFrame>
    </p:spTree>
    <p:extLst>
      <p:ext uri="{BB962C8B-B14F-4D97-AF65-F5344CB8AC3E}">
        <p14:creationId xmlns:p14="http://schemas.microsoft.com/office/powerpoint/2010/main" val="29741403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1C9FEAF-85CF-E890-5502-C9807CEEF552}"/>
              </a:ext>
            </a:extLst>
          </p:cNvPr>
          <p:cNvPicPr>
            <a:picLocks noChangeAspect="1"/>
          </p:cNvPicPr>
          <p:nvPr/>
        </p:nvPicPr>
        <p:blipFill>
          <a:blip r:embed="rId2"/>
          <a:stretch>
            <a:fillRect/>
          </a:stretch>
        </p:blipFill>
        <p:spPr>
          <a:xfrm>
            <a:off x="73742" y="276532"/>
            <a:ext cx="12118258" cy="6382365"/>
          </a:xfrm>
          <a:prstGeom prst="rect">
            <a:avLst/>
          </a:prstGeom>
        </p:spPr>
      </p:pic>
      <p:pic>
        <p:nvPicPr>
          <p:cNvPr id="6" name="Picture 5">
            <a:extLst>
              <a:ext uri="{FF2B5EF4-FFF2-40B4-BE49-F238E27FC236}">
                <a16:creationId xmlns:a16="http://schemas.microsoft.com/office/drawing/2014/main" id="{6FEBD112-BD05-B25D-92BE-A386F1B031E3}"/>
              </a:ext>
            </a:extLst>
          </p:cNvPr>
          <p:cNvPicPr>
            <a:picLocks noChangeAspect="1"/>
          </p:cNvPicPr>
          <p:nvPr/>
        </p:nvPicPr>
        <p:blipFill>
          <a:blip r:embed="rId3"/>
          <a:stretch>
            <a:fillRect/>
          </a:stretch>
        </p:blipFill>
        <p:spPr>
          <a:xfrm>
            <a:off x="11148162" y="0"/>
            <a:ext cx="818963" cy="420329"/>
          </a:xfrm>
          <a:prstGeom prst="rect">
            <a:avLst/>
          </a:prstGeom>
        </p:spPr>
      </p:pic>
    </p:spTree>
    <p:extLst>
      <p:ext uri="{BB962C8B-B14F-4D97-AF65-F5344CB8AC3E}">
        <p14:creationId xmlns:p14="http://schemas.microsoft.com/office/powerpoint/2010/main" val="4268191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C2CDFEC-5666-3FAA-0AEA-87F94BE3AD9F}"/>
              </a:ext>
            </a:extLst>
          </p:cNvPr>
          <p:cNvPicPr>
            <a:picLocks noChangeAspect="1"/>
          </p:cNvPicPr>
          <p:nvPr/>
        </p:nvPicPr>
        <p:blipFill>
          <a:blip r:embed="rId2"/>
          <a:stretch>
            <a:fillRect/>
          </a:stretch>
        </p:blipFill>
        <p:spPr>
          <a:xfrm>
            <a:off x="10567219" y="0"/>
            <a:ext cx="1436777" cy="737419"/>
          </a:xfrm>
          <a:prstGeom prst="rect">
            <a:avLst/>
          </a:prstGeom>
        </p:spPr>
      </p:pic>
      <p:sp>
        <p:nvSpPr>
          <p:cNvPr id="3" name="TextBox 2">
            <a:extLst>
              <a:ext uri="{FF2B5EF4-FFF2-40B4-BE49-F238E27FC236}">
                <a16:creationId xmlns:a16="http://schemas.microsoft.com/office/drawing/2014/main" id="{F86260E5-8D22-553C-A3F9-E16325273F92}"/>
              </a:ext>
            </a:extLst>
          </p:cNvPr>
          <p:cNvSpPr txBox="1"/>
          <p:nvPr/>
        </p:nvSpPr>
        <p:spPr>
          <a:xfrm>
            <a:off x="3487993" y="58994"/>
            <a:ext cx="4698722" cy="461665"/>
          </a:xfrm>
          <a:prstGeom prst="rect">
            <a:avLst/>
          </a:prstGeom>
          <a:noFill/>
        </p:spPr>
        <p:txBody>
          <a:bodyPr wrap="none" rtlCol="0">
            <a:spAutoFit/>
          </a:bodyPr>
          <a:lstStyle/>
          <a:p>
            <a:r>
              <a:rPr lang="en-US" sz="2400" b="1" dirty="0">
                <a:latin typeface="Bookman Old Style" panose="02050604050505020204" pitchFamily="18" charset="0"/>
              </a:rPr>
              <a:t>Embedded Edge Computing </a:t>
            </a:r>
            <a:endParaRPr lang="en-IN" sz="2400" b="1" dirty="0">
              <a:latin typeface="Bookman Old Style" panose="02050604050505020204" pitchFamily="18" charset="0"/>
            </a:endParaRPr>
          </a:p>
        </p:txBody>
      </p:sp>
      <p:pic>
        <p:nvPicPr>
          <p:cNvPr id="5" name="Picture 4">
            <a:extLst>
              <a:ext uri="{FF2B5EF4-FFF2-40B4-BE49-F238E27FC236}">
                <a16:creationId xmlns:a16="http://schemas.microsoft.com/office/drawing/2014/main" id="{52769C01-B00C-F99D-C2AB-E504342C0C71}"/>
              </a:ext>
            </a:extLst>
          </p:cNvPr>
          <p:cNvPicPr>
            <a:picLocks noChangeAspect="1"/>
          </p:cNvPicPr>
          <p:nvPr/>
        </p:nvPicPr>
        <p:blipFill>
          <a:blip r:embed="rId3"/>
          <a:stretch>
            <a:fillRect/>
          </a:stretch>
        </p:blipFill>
        <p:spPr>
          <a:xfrm>
            <a:off x="67597" y="666894"/>
            <a:ext cx="12056806" cy="5524211"/>
          </a:xfrm>
          <a:prstGeom prst="rect">
            <a:avLst/>
          </a:prstGeom>
        </p:spPr>
      </p:pic>
      <mc:AlternateContent xmlns:mc="http://schemas.openxmlformats.org/markup-compatibility/2006" xmlns:p14="http://schemas.microsoft.com/office/powerpoint/2010/main">
        <mc:Choice Requires="p14">
          <p:contentPart p14:bwMode="auto" r:id="rId4">
            <p14:nvContentPartPr>
              <p14:cNvPr id="9" name="Ink 8">
                <a:extLst>
                  <a:ext uri="{FF2B5EF4-FFF2-40B4-BE49-F238E27FC236}">
                    <a16:creationId xmlns:a16="http://schemas.microsoft.com/office/drawing/2014/main" id="{83D016D9-A91B-8FCE-AEE4-47D4AC767FEF}"/>
                  </a:ext>
                </a:extLst>
              </p14:cNvPr>
              <p14:cNvContentPartPr/>
              <p14:nvPr/>
            </p14:nvContentPartPr>
            <p14:xfrm>
              <a:off x="3465685" y="6164919"/>
              <a:ext cx="4314600" cy="720"/>
            </p14:xfrm>
          </p:contentPart>
        </mc:Choice>
        <mc:Fallback xmlns="">
          <p:pic>
            <p:nvPicPr>
              <p:cNvPr id="9" name="Ink 8">
                <a:extLst>
                  <a:ext uri="{FF2B5EF4-FFF2-40B4-BE49-F238E27FC236}">
                    <a16:creationId xmlns:a16="http://schemas.microsoft.com/office/drawing/2014/main" id="{83D016D9-A91B-8FCE-AEE4-47D4AC767FEF}"/>
                  </a:ext>
                </a:extLst>
              </p:cNvPr>
              <p:cNvPicPr/>
              <p:nvPr/>
            </p:nvPicPr>
            <p:blipFill>
              <a:blip r:embed="rId5"/>
              <a:stretch>
                <a:fillRect/>
              </a:stretch>
            </p:blipFill>
            <p:spPr>
              <a:xfrm>
                <a:off x="3402685" y="6038919"/>
                <a:ext cx="4440240"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0" name="Ink 9">
                <a:extLst>
                  <a:ext uri="{FF2B5EF4-FFF2-40B4-BE49-F238E27FC236}">
                    <a16:creationId xmlns:a16="http://schemas.microsoft.com/office/drawing/2014/main" id="{64712C6B-2F49-6A67-4394-835DC384DCCE}"/>
                  </a:ext>
                </a:extLst>
              </p14:cNvPr>
              <p14:cNvContentPartPr/>
              <p14:nvPr/>
            </p14:nvContentPartPr>
            <p14:xfrm>
              <a:off x="4028005" y="6023799"/>
              <a:ext cx="3744720" cy="200880"/>
            </p14:xfrm>
          </p:contentPart>
        </mc:Choice>
        <mc:Fallback xmlns="">
          <p:pic>
            <p:nvPicPr>
              <p:cNvPr id="10" name="Ink 9">
                <a:extLst>
                  <a:ext uri="{FF2B5EF4-FFF2-40B4-BE49-F238E27FC236}">
                    <a16:creationId xmlns:a16="http://schemas.microsoft.com/office/drawing/2014/main" id="{64712C6B-2F49-6A67-4394-835DC384DCCE}"/>
                  </a:ext>
                </a:extLst>
              </p:cNvPr>
              <p:cNvPicPr/>
              <p:nvPr/>
            </p:nvPicPr>
            <p:blipFill>
              <a:blip r:embed="rId7"/>
              <a:stretch>
                <a:fillRect/>
              </a:stretch>
            </p:blipFill>
            <p:spPr>
              <a:xfrm>
                <a:off x="3965365" y="5961159"/>
                <a:ext cx="3870360" cy="326520"/>
              </a:xfrm>
              <a:prstGeom prst="rect">
                <a:avLst/>
              </a:prstGeom>
            </p:spPr>
          </p:pic>
        </mc:Fallback>
      </mc:AlternateContent>
      <p:grpSp>
        <p:nvGrpSpPr>
          <p:cNvPr id="14" name="Group 13">
            <a:extLst>
              <a:ext uri="{FF2B5EF4-FFF2-40B4-BE49-F238E27FC236}">
                <a16:creationId xmlns:a16="http://schemas.microsoft.com/office/drawing/2014/main" id="{5258CB77-EBD0-CE7C-7DED-B87AE3E68881}"/>
              </a:ext>
            </a:extLst>
          </p:cNvPr>
          <p:cNvGrpSpPr/>
          <p:nvPr/>
        </p:nvGrpSpPr>
        <p:grpSpPr>
          <a:xfrm>
            <a:off x="3248245" y="5993559"/>
            <a:ext cx="3826800" cy="289440"/>
            <a:chOff x="3248245" y="5993559"/>
            <a:chExt cx="3826800" cy="289440"/>
          </a:xfrm>
        </p:grpSpPr>
        <mc:AlternateContent xmlns:mc="http://schemas.openxmlformats.org/markup-compatibility/2006" xmlns:p14="http://schemas.microsoft.com/office/powerpoint/2010/main">
          <mc:Choice Requires="p14">
            <p:contentPart p14:bwMode="auto" r:id="rId8">
              <p14:nvContentPartPr>
                <p14:cNvPr id="12" name="Ink 11">
                  <a:extLst>
                    <a:ext uri="{FF2B5EF4-FFF2-40B4-BE49-F238E27FC236}">
                      <a16:creationId xmlns:a16="http://schemas.microsoft.com/office/drawing/2014/main" id="{8311DADF-28B3-3912-2877-9CC47543ABAD}"/>
                    </a:ext>
                  </a:extLst>
                </p14:cNvPr>
                <p14:cNvContentPartPr/>
                <p14:nvPr/>
              </p14:nvContentPartPr>
              <p14:xfrm>
                <a:off x="3256165" y="5993559"/>
                <a:ext cx="3818880" cy="289440"/>
              </p14:xfrm>
            </p:contentPart>
          </mc:Choice>
          <mc:Fallback xmlns="">
            <p:pic>
              <p:nvPicPr>
                <p:cNvPr id="12" name="Ink 11">
                  <a:extLst>
                    <a:ext uri="{FF2B5EF4-FFF2-40B4-BE49-F238E27FC236}">
                      <a16:creationId xmlns:a16="http://schemas.microsoft.com/office/drawing/2014/main" id="{8311DADF-28B3-3912-2877-9CC47543ABAD}"/>
                    </a:ext>
                  </a:extLst>
                </p:cNvPr>
                <p:cNvPicPr/>
                <p:nvPr/>
              </p:nvPicPr>
              <p:blipFill>
                <a:blip r:embed="rId9"/>
                <a:stretch>
                  <a:fillRect/>
                </a:stretch>
              </p:blipFill>
              <p:spPr>
                <a:xfrm>
                  <a:off x="3193525" y="5930919"/>
                  <a:ext cx="3944520" cy="4150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3" name="Ink 12">
                  <a:extLst>
                    <a:ext uri="{FF2B5EF4-FFF2-40B4-BE49-F238E27FC236}">
                      <a16:creationId xmlns:a16="http://schemas.microsoft.com/office/drawing/2014/main" id="{2E458D24-CC3D-E0A2-9FED-41568AF857CC}"/>
                    </a:ext>
                  </a:extLst>
                </p14:cNvPr>
                <p14:cNvContentPartPr/>
                <p14:nvPr/>
              </p14:nvContentPartPr>
              <p14:xfrm>
                <a:off x="3248245" y="6046479"/>
                <a:ext cx="247320" cy="103680"/>
              </p14:xfrm>
            </p:contentPart>
          </mc:Choice>
          <mc:Fallback xmlns="">
            <p:pic>
              <p:nvPicPr>
                <p:cNvPr id="13" name="Ink 12">
                  <a:extLst>
                    <a:ext uri="{FF2B5EF4-FFF2-40B4-BE49-F238E27FC236}">
                      <a16:creationId xmlns:a16="http://schemas.microsoft.com/office/drawing/2014/main" id="{2E458D24-CC3D-E0A2-9FED-41568AF857CC}"/>
                    </a:ext>
                  </a:extLst>
                </p:cNvPr>
                <p:cNvPicPr/>
                <p:nvPr/>
              </p:nvPicPr>
              <p:blipFill>
                <a:blip r:embed="rId11"/>
                <a:stretch>
                  <a:fillRect/>
                </a:stretch>
              </p:blipFill>
              <p:spPr>
                <a:xfrm>
                  <a:off x="3185605" y="5983839"/>
                  <a:ext cx="372960" cy="2293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
            <p14:nvContentPartPr>
              <p14:cNvPr id="15" name="Ink 14">
                <a:extLst>
                  <a:ext uri="{FF2B5EF4-FFF2-40B4-BE49-F238E27FC236}">
                    <a16:creationId xmlns:a16="http://schemas.microsoft.com/office/drawing/2014/main" id="{3C0CBE70-92EA-3F57-A8A0-E8EB36F1F628}"/>
                  </a:ext>
                </a:extLst>
              </p14:cNvPr>
              <p14:cNvContentPartPr/>
              <p14:nvPr/>
            </p14:nvContentPartPr>
            <p14:xfrm>
              <a:off x="234325" y="5934879"/>
              <a:ext cx="3158640" cy="311760"/>
            </p14:xfrm>
          </p:contentPart>
        </mc:Choice>
        <mc:Fallback xmlns="">
          <p:pic>
            <p:nvPicPr>
              <p:cNvPr id="15" name="Ink 14">
                <a:extLst>
                  <a:ext uri="{FF2B5EF4-FFF2-40B4-BE49-F238E27FC236}">
                    <a16:creationId xmlns:a16="http://schemas.microsoft.com/office/drawing/2014/main" id="{3C0CBE70-92EA-3F57-A8A0-E8EB36F1F628}"/>
                  </a:ext>
                </a:extLst>
              </p:cNvPr>
              <p:cNvPicPr/>
              <p:nvPr/>
            </p:nvPicPr>
            <p:blipFill>
              <a:blip r:embed="rId13"/>
              <a:stretch>
                <a:fillRect/>
              </a:stretch>
            </p:blipFill>
            <p:spPr>
              <a:xfrm>
                <a:off x="171685" y="5871879"/>
                <a:ext cx="3284280" cy="437400"/>
              </a:xfrm>
              <a:prstGeom prst="rect">
                <a:avLst/>
              </a:prstGeom>
            </p:spPr>
          </p:pic>
        </mc:Fallback>
      </mc:AlternateContent>
      <p:grpSp>
        <p:nvGrpSpPr>
          <p:cNvPr id="19" name="Group 18">
            <a:extLst>
              <a:ext uri="{FF2B5EF4-FFF2-40B4-BE49-F238E27FC236}">
                <a16:creationId xmlns:a16="http://schemas.microsoft.com/office/drawing/2014/main" id="{A5C39F05-489C-3E0A-4994-104E153EE4F8}"/>
              </a:ext>
            </a:extLst>
          </p:cNvPr>
          <p:cNvGrpSpPr/>
          <p:nvPr/>
        </p:nvGrpSpPr>
        <p:grpSpPr>
          <a:xfrm>
            <a:off x="766765" y="6046479"/>
            <a:ext cx="1271880" cy="133560"/>
            <a:chOff x="766765" y="6046479"/>
            <a:chExt cx="1271880" cy="133560"/>
          </a:xfrm>
        </p:grpSpPr>
        <mc:AlternateContent xmlns:mc="http://schemas.openxmlformats.org/markup-compatibility/2006" xmlns:p14="http://schemas.microsoft.com/office/powerpoint/2010/main">
          <mc:Choice Requires="p14">
            <p:contentPart p14:bwMode="auto" r:id="rId14">
              <p14:nvContentPartPr>
                <p14:cNvPr id="17" name="Ink 16">
                  <a:extLst>
                    <a:ext uri="{FF2B5EF4-FFF2-40B4-BE49-F238E27FC236}">
                      <a16:creationId xmlns:a16="http://schemas.microsoft.com/office/drawing/2014/main" id="{5ACB973F-9596-932A-E330-CC389C8616CC}"/>
                    </a:ext>
                  </a:extLst>
                </p14:cNvPr>
                <p14:cNvContentPartPr/>
                <p14:nvPr/>
              </p14:nvContentPartPr>
              <p14:xfrm>
                <a:off x="766765" y="6054039"/>
                <a:ext cx="1271880" cy="126000"/>
              </p14:xfrm>
            </p:contentPart>
          </mc:Choice>
          <mc:Fallback xmlns="">
            <p:pic>
              <p:nvPicPr>
                <p:cNvPr id="17" name="Ink 16">
                  <a:extLst>
                    <a:ext uri="{FF2B5EF4-FFF2-40B4-BE49-F238E27FC236}">
                      <a16:creationId xmlns:a16="http://schemas.microsoft.com/office/drawing/2014/main" id="{5ACB973F-9596-932A-E330-CC389C8616CC}"/>
                    </a:ext>
                  </a:extLst>
                </p:cNvPr>
                <p:cNvPicPr/>
                <p:nvPr/>
              </p:nvPicPr>
              <p:blipFill>
                <a:blip r:embed="rId15"/>
                <a:stretch>
                  <a:fillRect/>
                </a:stretch>
              </p:blipFill>
              <p:spPr>
                <a:xfrm>
                  <a:off x="703765" y="5991039"/>
                  <a:ext cx="1397520" cy="2516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8" name="Ink 17">
                  <a:extLst>
                    <a:ext uri="{FF2B5EF4-FFF2-40B4-BE49-F238E27FC236}">
                      <a16:creationId xmlns:a16="http://schemas.microsoft.com/office/drawing/2014/main" id="{78950042-0A0D-3B3C-8EEB-6329B0410849}"/>
                    </a:ext>
                  </a:extLst>
                </p14:cNvPr>
                <p14:cNvContentPartPr/>
                <p14:nvPr/>
              </p14:nvContentPartPr>
              <p14:xfrm>
                <a:off x="1106245" y="6046479"/>
                <a:ext cx="920880" cy="24480"/>
              </p14:xfrm>
            </p:contentPart>
          </mc:Choice>
          <mc:Fallback xmlns="">
            <p:pic>
              <p:nvPicPr>
                <p:cNvPr id="18" name="Ink 17">
                  <a:extLst>
                    <a:ext uri="{FF2B5EF4-FFF2-40B4-BE49-F238E27FC236}">
                      <a16:creationId xmlns:a16="http://schemas.microsoft.com/office/drawing/2014/main" id="{78950042-0A0D-3B3C-8EEB-6329B0410849}"/>
                    </a:ext>
                  </a:extLst>
                </p:cNvPr>
                <p:cNvPicPr/>
                <p:nvPr/>
              </p:nvPicPr>
              <p:blipFill>
                <a:blip r:embed="rId17"/>
                <a:stretch>
                  <a:fillRect/>
                </a:stretch>
              </p:blipFill>
              <p:spPr>
                <a:xfrm>
                  <a:off x="1043245" y="5983479"/>
                  <a:ext cx="1046520" cy="150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8">
            <p14:nvContentPartPr>
              <p14:cNvPr id="20" name="Ink 19">
                <a:extLst>
                  <a:ext uri="{FF2B5EF4-FFF2-40B4-BE49-F238E27FC236}">
                    <a16:creationId xmlns:a16="http://schemas.microsoft.com/office/drawing/2014/main" id="{921CEF22-6865-DBAC-0328-296B5F3DF0CB}"/>
                  </a:ext>
                </a:extLst>
              </p14:cNvPr>
              <p14:cNvContentPartPr/>
              <p14:nvPr/>
            </p14:nvContentPartPr>
            <p14:xfrm>
              <a:off x="13258765" y="3369693"/>
              <a:ext cx="360" cy="360"/>
            </p14:xfrm>
          </p:contentPart>
        </mc:Choice>
        <mc:Fallback xmlns="">
          <p:pic>
            <p:nvPicPr>
              <p:cNvPr id="20" name="Ink 19">
                <a:extLst>
                  <a:ext uri="{FF2B5EF4-FFF2-40B4-BE49-F238E27FC236}">
                    <a16:creationId xmlns:a16="http://schemas.microsoft.com/office/drawing/2014/main" id="{921CEF22-6865-DBAC-0328-296B5F3DF0CB}"/>
                  </a:ext>
                </a:extLst>
              </p:cNvPr>
              <p:cNvPicPr/>
              <p:nvPr/>
            </p:nvPicPr>
            <p:blipFill>
              <a:blip r:embed="rId19"/>
              <a:stretch>
                <a:fillRect/>
              </a:stretch>
            </p:blipFill>
            <p:spPr>
              <a:xfrm>
                <a:off x="13195765" y="3306693"/>
                <a:ext cx="126000" cy="126000"/>
              </a:xfrm>
              <a:prstGeom prst="rect">
                <a:avLst/>
              </a:prstGeom>
            </p:spPr>
          </p:pic>
        </mc:Fallback>
      </mc:AlternateContent>
    </p:spTree>
    <p:extLst>
      <p:ext uri="{BB962C8B-B14F-4D97-AF65-F5344CB8AC3E}">
        <p14:creationId xmlns:p14="http://schemas.microsoft.com/office/powerpoint/2010/main" val="29610163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91002-63B3-418D-3C45-9F543C5B9FCF}"/>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80D126CB-6C41-2C4A-3DD5-F662B5BF3675}"/>
              </a:ext>
            </a:extLst>
          </p:cNvPr>
          <p:cNvPicPr>
            <a:picLocks noChangeAspect="1"/>
          </p:cNvPicPr>
          <p:nvPr/>
        </p:nvPicPr>
        <p:blipFill>
          <a:blip r:embed="rId2"/>
          <a:stretch>
            <a:fillRect/>
          </a:stretch>
        </p:blipFill>
        <p:spPr>
          <a:xfrm>
            <a:off x="10567219" y="0"/>
            <a:ext cx="1436777" cy="737419"/>
          </a:xfrm>
          <a:prstGeom prst="rect">
            <a:avLst/>
          </a:prstGeom>
        </p:spPr>
      </p:pic>
      <p:sp>
        <p:nvSpPr>
          <p:cNvPr id="3" name="TextBox 2">
            <a:extLst>
              <a:ext uri="{FF2B5EF4-FFF2-40B4-BE49-F238E27FC236}">
                <a16:creationId xmlns:a16="http://schemas.microsoft.com/office/drawing/2014/main" id="{27E372BB-4D12-43FF-6BC6-C49F27040DD8}"/>
              </a:ext>
            </a:extLst>
          </p:cNvPr>
          <p:cNvSpPr txBox="1"/>
          <p:nvPr/>
        </p:nvSpPr>
        <p:spPr>
          <a:xfrm>
            <a:off x="3487993" y="58994"/>
            <a:ext cx="4698722" cy="461665"/>
          </a:xfrm>
          <a:prstGeom prst="rect">
            <a:avLst/>
          </a:prstGeom>
          <a:noFill/>
        </p:spPr>
        <p:txBody>
          <a:bodyPr wrap="none" rtlCol="0">
            <a:spAutoFit/>
          </a:bodyPr>
          <a:lstStyle/>
          <a:p>
            <a:r>
              <a:rPr lang="en-US" sz="2400" b="1" dirty="0">
                <a:latin typeface="Bookman Old Style" panose="02050604050505020204" pitchFamily="18" charset="0"/>
              </a:rPr>
              <a:t>Embedded Edge Computing </a:t>
            </a:r>
            <a:endParaRPr lang="en-IN" sz="2400" b="1" dirty="0">
              <a:latin typeface="Bookman Old Style" panose="02050604050505020204" pitchFamily="18" charset="0"/>
            </a:endParaRPr>
          </a:p>
        </p:txBody>
      </p:sp>
      <p:pic>
        <p:nvPicPr>
          <p:cNvPr id="8" name="Picture 7">
            <a:extLst>
              <a:ext uri="{FF2B5EF4-FFF2-40B4-BE49-F238E27FC236}">
                <a16:creationId xmlns:a16="http://schemas.microsoft.com/office/drawing/2014/main" id="{7B9BBA61-2E8C-FF0D-E206-018CA269BE9D}"/>
              </a:ext>
            </a:extLst>
          </p:cNvPr>
          <p:cNvPicPr>
            <a:picLocks noChangeAspect="1"/>
          </p:cNvPicPr>
          <p:nvPr/>
        </p:nvPicPr>
        <p:blipFill>
          <a:blip r:embed="rId3"/>
          <a:stretch>
            <a:fillRect/>
          </a:stretch>
        </p:blipFill>
        <p:spPr>
          <a:xfrm>
            <a:off x="0" y="943896"/>
            <a:ext cx="12192000" cy="5088193"/>
          </a:xfrm>
          <a:prstGeom prst="rect">
            <a:avLst/>
          </a:prstGeom>
        </p:spPr>
      </p:pic>
      <mc:AlternateContent xmlns:mc="http://schemas.openxmlformats.org/markup-compatibility/2006" xmlns:p14="http://schemas.microsoft.com/office/powerpoint/2010/main">
        <mc:Choice Requires="p14">
          <p:contentPart p14:bwMode="auto" r:id="rId4">
            <p14:nvContentPartPr>
              <p14:cNvPr id="9" name="Ink 8">
                <a:extLst>
                  <a:ext uri="{FF2B5EF4-FFF2-40B4-BE49-F238E27FC236}">
                    <a16:creationId xmlns:a16="http://schemas.microsoft.com/office/drawing/2014/main" id="{CC5FF942-9D30-F070-E217-62A7181AE192}"/>
                  </a:ext>
                </a:extLst>
              </p14:cNvPr>
              <p14:cNvContentPartPr/>
              <p14:nvPr/>
            </p14:nvContentPartPr>
            <p14:xfrm>
              <a:off x="183925" y="891999"/>
              <a:ext cx="72720" cy="360"/>
            </p14:xfrm>
          </p:contentPart>
        </mc:Choice>
        <mc:Fallback xmlns="">
          <p:pic>
            <p:nvPicPr>
              <p:cNvPr id="9" name="Ink 8">
                <a:extLst>
                  <a:ext uri="{FF2B5EF4-FFF2-40B4-BE49-F238E27FC236}">
                    <a16:creationId xmlns:a16="http://schemas.microsoft.com/office/drawing/2014/main" id="{CC5FF942-9D30-F070-E217-62A7181AE192}"/>
                  </a:ext>
                </a:extLst>
              </p:cNvPr>
              <p:cNvPicPr/>
              <p:nvPr/>
            </p:nvPicPr>
            <p:blipFill>
              <a:blip r:embed="rId5"/>
              <a:stretch>
                <a:fillRect/>
              </a:stretch>
            </p:blipFill>
            <p:spPr>
              <a:xfrm>
                <a:off x="121285" y="828999"/>
                <a:ext cx="19836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1" name="Ink 10">
                <a:extLst>
                  <a:ext uri="{FF2B5EF4-FFF2-40B4-BE49-F238E27FC236}">
                    <a16:creationId xmlns:a16="http://schemas.microsoft.com/office/drawing/2014/main" id="{69AC428D-4393-E7D3-938F-27610725BA08}"/>
                  </a:ext>
                </a:extLst>
              </p14:cNvPr>
              <p14:cNvContentPartPr/>
              <p14:nvPr/>
            </p14:nvContentPartPr>
            <p14:xfrm>
              <a:off x="132805" y="493839"/>
              <a:ext cx="2566440" cy="442800"/>
            </p14:xfrm>
          </p:contentPart>
        </mc:Choice>
        <mc:Fallback xmlns="">
          <p:pic>
            <p:nvPicPr>
              <p:cNvPr id="11" name="Ink 10">
                <a:extLst>
                  <a:ext uri="{FF2B5EF4-FFF2-40B4-BE49-F238E27FC236}">
                    <a16:creationId xmlns:a16="http://schemas.microsoft.com/office/drawing/2014/main" id="{69AC428D-4393-E7D3-938F-27610725BA08}"/>
                  </a:ext>
                </a:extLst>
              </p:cNvPr>
              <p:cNvPicPr/>
              <p:nvPr/>
            </p:nvPicPr>
            <p:blipFill>
              <a:blip r:embed="rId7"/>
              <a:stretch>
                <a:fillRect/>
              </a:stretch>
            </p:blipFill>
            <p:spPr>
              <a:xfrm>
                <a:off x="69805" y="430839"/>
                <a:ext cx="2692080" cy="5684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2" name="Ink 11">
                <a:extLst>
                  <a:ext uri="{FF2B5EF4-FFF2-40B4-BE49-F238E27FC236}">
                    <a16:creationId xmlns:a16="http://schemas.microsoft.com/office/drawing/2014/main" id="{2594B826-5214-6987-0CE2-E6044057D042}"/>
                  </a:ext>
                </a:extLst>
              </p14:cNvPr>
              <p14:cNvContentPartPr/>
              <p14:nvPr/>
            </p14:nvContentPartPr>
            <p14:xfrm>
              <a:off x="1548685" y="781479"/>
              <a:ext cx="1371240" cy="51840"/>
            </p14:xfrm>
          </p:contentPart>
        </mc:Choice>
        <mc:Fallback xmlns="">
          <p:pic>
            <p:nvPicPr>
              <p:cNvPr id="12" name="Ink 11">
                <a:extLst>
                  <a:ext uri="{FF2B5EF4-FFF2-40B4-BE49-F238E27FC236}">
                    <a16:creationId xmlns:a16="http://schemas.microsoft.com/office/drawing/2014/main" id="{2594B826-5214-6987-0CE2-E6044057D042}"/>
                  </a:ext>
                </a:extLst>
              </p:cNvPr>
              <p:cNvPicPr/>
              <p:nvPr/>
            </p:nvPicPr>
            <p:blipFill>
              <a:blip r:embed="rId9"/>
              <a:stretch>
                <a:fillRect/>
              </a:stretch>
            </p:blipFill>
            <p:spPr>
              <a:xfrm>
                <a:off x="1485685" y="718479"/>
                <a:ext cx="1496880" cy="1774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4" name="Ink 13">
                <a:extLst>
                  <a:ext uri="{FF2B5EF4-FFF2-40B4-BE49-F238E27FC236}">
                    <a16:creationId xmlns:a16="http://schemas.microsoft.com/office/drawing/2014/main" id="{1740B450-065B-1EAE-DDB7-5AF55D316384}"/>
                  </a:ext>
                </a:extLst>
              </p14:cNvPr>
              <p14:cNvContentPartPr/>
              <p14:nvPr/>
            </p14:nvContentPartPr>
            <p14:xfrm>
              <a:off x="1790245" y="641079"/>
              <a:ext cx="2021760" cy="273600"/>
            </p14:xfrm>
          </p:contentPart>
        </mc:Choice>
        <mc:Fallback xmlns="">
          <p:pic>
            <p:nvPicPr>
              <p:cNvPr id="14" name="Ink 13">
                <a:extLst>
                  <a:ext uri="{FF2B5EF4-FFF2-40B4-BE49-F238E27FC236}">
                    <a16:creationId xmlns:a16="http://schemas.microsoft.com/office/drawing/2014/main" id="{1740B450-065B-1EAE-DDB7-5AF55D316384}"/>
                  </a:ext>
                </a:extLst>
              </p:cNvPr>
              <p:cNvPicPr/>
              <p:nvPr/>
            </p:nvPicPr>
            <p:blipFill>
              <a:blip r:embed="rId11"/>
              <a:stretch>
                <a:fillRect/>
              </a:stretch>
            </p:blipFill>
            <p:spPr>
              <a:xfrm>
                <a:off x="1727605" y="578079"/>
                <a:ext cx="2147400" cy="3992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6" name="Ink 15">
                <a:extLst>
                  <a:ext uri="{FF2B5EF4-FFF2-40B4-BE49-F238E27FC236}">
                    <a16:creationId xmlns:a16="http://schemas.microsoft.com/office/drawing/2014/main" id="{686D16D5-3794-FC34-D88B-73B5759A3616}"/>
                  </a:ext>
                </a:extLst>
              </p14:cNvPr>
              <p14:cNvContentPartPr/>
              <p14:nvPr/>
            </p14:nvContentPartPr>
            <p14:xfrm>
              <a:off x="2765125" y="869679"/>
              <a:ext cx="774720" cy="81720"/>
            </p14:xfrm>
          </p:contentPart>
        </mc:Choice>
        <mc:Fallback xmlns="">
          <p:pic>
            <p:nvPicPr>
              <p:cNvPr id="16" name="Ink 15">
                <a:extLst>
                  <a:ext uri="{FF2B5EF4-FFF2-40B4-BE49-F238E27FC236}">
                    <a16:creationId xmlns:a16="http://schemas.microsoft.com/office/drawing/2014/main" id="{686D16D5-3794-FC34-D88B-73B5759A3616}"/>
                  </a:ext>
                </a:extLst>
              </p:cNvPr>
              <p:cNvPicPr/>
              <p:nvPr/>
            </p:nvPicPr>
            <p:blipFill>
              <a:blip r:embed="rId13"/>
              <a:stretch>
                <a:fillRect/>
              </a:stretch>
            </p:blipFill>
            <p:spPr>
              <a:xfrm>
                <a:off x="2702125" y="806679"/>
                <a:ext cx="900360" cy="2073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7" name="Ink 16">
                <a:extLst>
                  <a:ext uri="{FF2B5EF4-FFF2-40B4-BE49-F238E27FC236}">
                    <a16:creationId xmlns:a16="http://schemas.microsoft.com/office/drawing/2014/main" id="{3320674C-0ECB-6A05-A22A-0AF8592F8CE1}"/>
                  </a:ext>
                </a:extLst>
              </p14:cNvPr>
              <p14:cNvContentPartPr/>
              <p14:nvPr/>
            </p14:nvContentPartPr>
            <p14:xfrm>
              <a:off x="3421765" y="869679"/>
              <a:ext cx="252720" cy="360"/>
            </p14:xfrm>
          </p:contentPart>
        </mc:Choice>
        <mc:Fallback xmlns="">
          <p:pic>
            <p:nvPicPr>
              <p:cNvPr id="17" name="Ink 16">
                <a:extLst>
                  <a:ext uri="{FF2B5EF4-FFF2-40B4-BE49-F238E27FC236}">
                    <a16:creationId xmlns:a16="http://schemas.microsoft.com/office/drawing/2014/main" id="{3320674C-0ECB-6A05-A22A-0AF8592F8CE1}"/>
                  </a:ext>
                </a:extLst>
              </p:cNvPr>
              <p:cNvPicPr/>
              <p:nvPr/>
            </p:nvPicPr>
            <p:blipFill>
              <a:blip r:embed="rId15"/>
              <a:stretch>
                <a:fillRect/>
              </a:stretch>
            </p:blipFill>
            <p:spPr>
              <a:xfrm>
                <a:off x="3358765" y="807039"/>
                <a:ext cx="37836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9" name="Ink 18">
                <a:extLst>
                  <a:ext uri="{FF2B5EF4-FFF2-40B4-BE49-F238E27FC236}">
                    <a16:creationId xmlns:a16="http://schemas.microsoft.com/office/drawing/2014/main" id="{7981992B-48A1-FF15-A14A-13F159B2A026}"/>
                  </a:ext>
                </a:extLst>
              </p14:cNvPr>
              <p14:cNvContentPartPr/>
              <p14:nvPr/>
            </p14:nvContentPartPr>
            <p14:xfrm>
              <a:off x="6053725" y="1142919"/>
              <a:ext cx="1888200" cy="221760"/>
            </p14:xfrm>
          </p:contentPart>
        </mc:Choice>
        <mc:Fallback xmlns="">
          <p:pic>
            <p:nvPicPr>
              <p:cNvPr id="19" name="Ink 18">
                <a:extLst>
                  <a:ext uri="{FF2B5EF4-FFF2-40B4-BE49-F238E27FC236}">
                    <a16:creationId xmlns:a16="http://schemas.microsoft.com/office/drawing/2014/main" id="{7981992B-48A1-FF15-A14A-13F159B2A026}"/>
                  </a:ext>
                </a:extLst>
              </p:cNvPr>
              <p:cNvPicPr/>
              <p:nvPr/>
            </p:nvPicPr>
            <p:blipFill>
              <a:blip r:embed="rId17"/>
              <a:stretch>
                <a:fillRect/>
              </a:stretch>
            </p:blipFill>
            <p:spPr>
              <a:xfrm>
                <a:off x="5991085" y="1079919"/>
                <a:ext cx="2013840" cy="3474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0" name="Ink 19">
                <a:extLst>
                  <a:ext uri="{FF2B5EF4-FFF2-40B4-BE49-F238E27FC236}">
                    <a16:creationId xmlns:a16="http://schemas.microsoft.com/office/drawing/2014/main" id="{AE2766AE-CC28-DB7A-F084-BB4CA0C613E9}"/>
                  </a:ext>
                </a:extLst>
              </p14:cNvPr>
              <p14:cNvContentPartPr/>
              <p14:nvPr/>
            </p14:nvContentPartPr>
            <p14:xfrm>
              <a:off x="3915685" y="973359"/>
              <a:ext cx="376920" cy="137880"/>
            </p14:xfrm>
          </p:contentPart>
        </mc:Choice>
        <mc:Fallback xmlns="">
          <p:pic>
            <p:nvPicPr>
              <p:cNvPr id="20" name="Ink 19">
                <a:extLst>
                  <a:ext uri="{FF2B5EF4-FFF2-40B4-BE49-F238E27FC236}">
                    <a16:creationId xmlns:a16="http://schemas.microsoft.com/office/drawing/2014/main" id="{AE2766AE-CC28-DB7A-F084-BB4CA0C613E9}"/>
                  </a:ext>
                </a:extLst>
              </p:cNvPr>
              <p:cNvPicPr/>
              <p:nvPr/>
            </p:nvPicPr>
            <p:blipFill>
              <a:blip r:embed="rId19"/>
              <a:stretch>
                <a:fillRect/>
              </a:stretch>
            </p:blipFill>
            <p:spPr>
              <a:xfrm>
                <a:off x="3852685" y="910719"/>
                <a:ext cx="502560" cy="2635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1" name="Ink 20">
                <a:extLst>
                  <a:ext uri="{FF2B5EF4-FFF2-40B4-BE49-F238E27FC236}">
                    <a16:creationId xmlns:a16="http://schemas.microsoft.com/office/drawing/2014/main" id="{13D52055-E099-5D3E-B80A-11C6BCB60997}"/>
                  </a:ext>
                </a:extLst>
              </p14:cNvPr>
              <p14:cNvContentPartPr/>
              <p14:nvPr/>
            </p14:nvContentPartPr>
            <p14:xfrm>
              <a:off x="3974725" y="1091079"/>
              <a:ext cx="459360" cy="360"/>
            </p14:xfrm>
          </p:contentPart>
        </mc:Choice>
        <mc:Fallback xmlns="">
          <p:pic>
            <p:nvPicPr>
              <p:cNvPr id="21" name="Ink 20">
                <a:extLst>
                  <a:ext uri="{FF2B5EF4-FFF2-40B4-BE49-F238E27FC236}">
                    <a16:creationId xmlns:a16="http://schemas.microsoft.com/office/drawing/2014/main" id="{13D52055-E099-5D3E-B80A-11C6BCB60997}"/>
                  </a:ext>
                </a:extLst>
              </p:cNvPr>
              <p:cNvPicPr/>
              <p:nvPr/>
            </p:nvPicPr>
            <p:blipFill>
              <a:blip r:embed="rId21"/>
              <a:stretch>
                <a:fillRect/>
              </a:stretch>
            </p:blipFill>
            <p:spPr>
              <a:xfrm>
                <a:off x="3911725" y="1028079"/>
                <a:ext cx="585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3" name="Ink 22">
                <a:extLst>
                  <a:ext uri="{FF2B5EF4-FFF2-40B4-BE49-F238E27FC236}">
                    <a16:creationId xmlns:a16="http://schemas.microsoft.com/office/drawing/2014/main" id="{827E83C8-8066-F0F2-C033-CB73CA91B62A}"/>
                  </a:ext>
                </a:extLst>
              </p14:cNvPr>
              <p14:cNvContentPartPr/>
              <p14:nvPr/>
            </p14:nvContentPartPr>
            <p14:xfrm>
              <a:off x="3922885" y="1113399"/>
              <a:ext cx="1173240" cy="37080"/>
            </p14:xfrm>
          </p:contentPart>
        </mc:Choice>
        <mc:Fallback xmlns="">
          <p:pic>
            <p:nvPicPr>
              <p:cNvPr id="23" name="Ink 22">
                <a:extLst>
                  <a:ext uri="{FF2B5EF4-FFF2-40B4-BE49-F238E27FC236}">
                    <a16:creationId xmlns:a16="http://schemas.microsoft.com/office/drawing/2014/main" id="{827E83C8-8066-F0F2-C033-CB73CA91B62A}"/>
                  </a:ext>
                </a:extLst>
              </p:cNvPr>
              <p:cNvPicPr/>
              <p:nvPr/>
            </p:nvPicPr>
            <p:blipFill>
              <a:blip r:embed="rId23"/>
              <a:stretch>
                <a:fillRect/>
              </a:stretch>
            </p:blipFill>
            <p:spPr>
              <a:xfrm>
                <a:off x="3859885" y="1050399"/>
                <a:ext cx="1298880" cy="1627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4" name="Ink 23">
                <a:extLst>
                  <a:ext uri="{FF2B5EF4-FFF2-40B4-BE49-F238E27FC236}">
                    <a16:creationId xmlns:a16="http://schemas.microsoft.com/office/drawing/2014/main" id="{D92CDF63-FBF2-0805-2325-B4EA8086BD3E}"/>
                  </a:ext>
                </a:extLst>
              </p14:cNvPr>
              <p14:cNvContentPartPr/>
              <p14:nvPr/>
            </p14:nvContentPartPr>
            <p14:xfrm>
              <a:off x="5021605" y="1039599"/>
              <a:ext cx="340200" cy="360"/>
            </p14:xfrm>
          </p:contentPart>
        </mc:Choice>
        <mc:Fallback xmlns="">
          <p:pic>
            <p:nvPicPr>
              <p:cNvPr id="24" name="Ink 23">
                <a:extLst>
                  <a:ext uri="{FF2B5EF4-FFF2-40B4-BE49-F238E27FC236}">
                    <a16:creationId xmlns:a16="http://schemas.microsoft.com/office/drawing/2014/main" id="{D92CDF63-FBF2-0805-2325-B4EA8086BD3E}"/>
                  </a:ext>
                </a:extLst>
              </p:cNvPr>
              <p:cNvPicPr/>
              <p:nvPr/>
            </p:nvPicPr>
            <p:blipFill>
              <a:blip r:embed="rId25"/>
              <a:stretch>
                <a:fillRect/>
              </a:stretch>
            </p:blipFill>
            <p:spPr>
              <a:xfrm>
                <a:off x="4958605" y="976959"/>
                <a:ext cx="46584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6" name="Ink 25">
                <a:extLst>
                  <a:ext uri="{FF2B5EF4-FFF2-40B4-BE49-F238E27FC236}">
                    <a16:creationId xmlns:a16="http://schemas.microsoft.com/office/drawing/2014/main" id="{80FC28B3-A828-9367-3CD8-EB90F1F88DFF}"/>
                  </a:ext>
                </a:extLst>
              </p14:cNvPr>
              <p14:cNvContentPartPr/>
              <p14:nvPr/>
            </p14:nvContentPartPr>
            <p14:xfrm>
              <a:off x="4815325" y="1113399"/>
              <a:ext cx="1917360" cy="126000"/>
            </p14:xfrm>
          </p:contentPart>
        </mc:Choice>
        <mc:Fallback xmlns="">
          <p:pic>
            <p:nvPicPr>
              <p:cNvPr id="26" name="Ink 25">
                <a:extLst>
                  <a:ext uri="{FF2B5EF4-FFF2-40B4-BE49-F238E27FC236}">
                    <a16:creationId xmlns:a16="http://schemas.microsoft.com/office/drawing/2014/main" id="{80FC28B3-A828-9367-3CD8-EB90F1F88DFF}"/>
                  </a:ext>
                </a:extLst>
              </p:cNvPr>
              <p:cNvPicPr/>
              <p:nvPr/>
            </p:nvPicPr>
            <p:blipFill>
              <a:blip r:embed="rId27"/>
              <a:stretch>
                <a:fillRect/>
              </a:stretch>
            </p:blipFill>
            <p:spPr>
              <a:xfrm>
                <a:off x="4752325" y="1050399"/>
                <a:ext cx="2043000" cy="2516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7" name="Ink 26">
                <a:extLst>
                  <a:ext uri="{FF2B5EF4-FFF2-40B4-BE49-F238E27FC236}">
                    <a16:creationId xmlns:a16="http://schemas.microsoft.com/office/drawing/2014/main" id="{46773827-F9BC-EEF7-4366-F383A497B196}"/>
                  </a:ext>
                </a:extLst>
              </p14:cNvPr>
              <p14:cNvContentPartPr/>
              <p14:nvPr/>
            </p14:nvContentPartPr>
            <p14:xfrm>
              <a:off x="7993765" y="1249119"/>
              <a:ext cx="52920" cy="100080"/>
            </p14:xfrm>
          </p:contentPart>
        </mc:Choice>
        <mc:Fallback xmlns="">
          <p:pic>
            <p:nvPicPr>
              <p:cNvPr id="27" name="Ink 26">
                <a:extLst>
                  <a:ext uri="{FF2B5EF4-FFF2-40B4-BE49-F238E27FC236}">
                    <a16:creationId xmlns:a16="http://schemas.microsoft.com/office/drawing/2014/main" id="{46773827-F9BC-EEF7-4366-F383A497B196}"/>
                  </a:ext>
                </a:extLst>
              </p:cNvPr>
              <p:cNvPicPr/>
              <p:nvPr/>
            </p:nvPicPr>
            <p:blipFill>
              <a:blip r:embed="rId29"/>
              <a:stretch>
                <a:fillRect/>
              </a:stretch>
            </p:blipFill>
            <p:spPr>
              <a:xfrm>
                <a:off x="7930765" y="1186479"/>
                <a:ext cx="178560" cy="2257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8" name="Ink 27">
                <a:extLst>
                  <a:ext uri="{FF2B5EF4-FFF2-40B4-BE49-F238E27FC236}">
                    <a16:creationId xmlns:a16="http://schemas.microsoft.com/office/drawing/2014/main" id="{AF4F0C03-F3BD-BB90-8D06-3F8581FED519}"/>
                  </a:ext>
                </a:extLst>
              </p14:cNvPr>
              <p14:cNvContentPartPr/>
              <p14:nvPr/>
            </p14:nvContentPartPr>
            <p14:xfrm>
              <a:off x="8074405" y="646479"/>
              <a:ext cx="360" cy="533520"/>
            </p14:xfrm>
          </p:contentPart>
        </mc:Choice>
        <mc:Fallback xmlns="">
          <p:pic>
            <p:nvPicPr>
              <p:cNvPr id="28" name="Ink 27">
                <a:extLst>
                  <a:ext uri="{FF2B5EF4-FFF2-40B4-BE49-F238E27FC236}">
                    <a16:creationId xmlns:a16="http://schemas.microsoft.com/office/drawing/2014/main" id="{AF4F0C03-F3BD-BB90-8D06-3F8581FED519}"/>
                  </a:ext>
                </a:extLst>
              </p:cNvPr>
              <p:cNvPicPr/>
              <p:nvPr/>
            </p:nvPicPr>
            <p:blipFill>
              <a:blip r:embed="rId31"/>
              <a:stretch>
                <a:fillRect/>
              </a:stretch>
            </p:blipFill>
            <p:spPr>
              <a:xfrm>
                <a:off x="8011765" y="583839"/>
                <a:ext cx="126000" cy="6591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30" name="Ink 29">
                <a:extLst>
                  <a:ext uri="{FF2B5EF4-FFF2-40B4-BE49-F238E27FC236}">
                    <a16:creationId xmlns:a16="http://schemas.microsoft.com/office/drawing/2014/main" id="{6178932D-3E3D-DFD8-595E-8A0F5A6E6F01}"/>
                  </a:ext>
                </a:extLst>
              </p14:cNvPr>
              <p14:cNvContentPartPr/>
              <p14:nvPr/>
            </p14:nvContentPartPr>
            <p14:xfrm>
              <a:off x="8162965" y="973359"/>
              <a:ext cx="360" cy="162720"/>
            </p14:xfrm>
          </p:contentPart>
        </mc:Choice>
        <mc:Fallback xmlns="">
          <p:pic>
            <p:nvPicPr>
              <p:cNvPr id="30" name="Ink 29">
                <a:extLst>
                  <a:ext uri="{FF2B5EF4-FFF2-40B4-BE49-F238E27FC236}">
                    <a16:creationId xmlns:a16="http://schemas.microsoft.com/office/drawing/2014/main" id="{6178932D-3E3D-DFD8-595E-8A0F5A6E6F01}"/>
                  </a:ext>
                </a:extLst>
              </p:cNvPr>
              <p:cNvPicPr/>
              <p:nvPr/>
            </p:nvPicPr>
            <p:blipFill>
              <a:blip r:embed="rId33"/>
              <a:stretch>
                <a:fillRect/>
              </a:stretch>
            </p:blipFill>
            <p:spPr>
              <a:xfrm>
                <a:off x="8099965" y="910359"/>
                <a:ext cx="126000" cy="2883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31" name="Ink 30">
                <a:extLst>
                  <a:ext uri="{FF2B5EF4-FFF2-40B4-BE49-F238E27FC236}">
                    <a16:creationId xmlns:a16="http://schemas.microsoft.com/office/drawing/2014/main" id="{BB5F279C-19FB-DAF3-B1E8-29D4ED19F353}"/>
                  </a:ext>
                </a:extLst>
              </p14:cNvPr>
              <p14:cNvContentPartPr/>
              <p14:nvPr/>
            </p14:nvContentPartPr>
            <p14:xfrm>
              <a:off x="3698605" y="768879"/>
              <a:ext cx="106920" cy="20520"/>
            </p14:xfrm>
          </p:contentPart>
        </mc:Choice>
        <mc:Fallback xmlns="">
          <p:pic>
            <p:nvPicPr>
              <p:cNvPr id="31" name="Ink 30">
                <a:extLst>
                  <a:ext uri="{FF2B5EF4-FFF2-40B4-BE49-F238E27FC236}">
                    <a16:creationId xmlns:a16="http://schemas.microsoft.com/office/drawing/2014/main" id="{BB5F279C-19FB-DAF3-B1E8-29D4ED19F353}"/>
                  </a:ext>
                </a:extLst>
              </p:cNvPr>
              <p:cNvPicPr/>
              <p:nvPr/>
            </p:nvPicPr>
            <p:blipFill>
              <a:blip r:embed="rId35"/>
              <a:stretch>
                <a:fillRect/>
              </a:stretch>
            </p:blipFill>
            <p:spPr>
              <a:xfrm>
                <a:off x="3635605" y="705879"/>
                <a:ext cx="23256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32" name="Ink 31">
                <a:extLst>
                  <a:ext uri="{FF2B5EF4-FFF2-40B4-BE49-F238E27FC236}">
                    <a16:creationId xmlns:a16="http://schemas.microsoft.com/office/drawing/2014/main" id="{6DE15982-4F6C-8A0C-87A5-4E9B88BB3041}"/>
                  </a:ext>
                </a:extLst>
              </p14:cNvPr>
              <p14:cNvContentPartPr/>
              <p14:nvPr/>
            </p14:nvContentPartPr>
            <p14:xfrm>
              <a:off x="3180925" y="906759"/>
              <a:ext cx="637920" cy="243720"/>
            </p14:xfrm>
          </p:contentPart>
        </mc:Choice>
        <mc:Fallback xmlns="">
          <p:pic>
            <p:nvPicPr>
              <p:cNvPr id="32" name="Ink 31">
                <a:extLst>
                  <a:ext uri="{FF2B5EF4-FFF2-40B4-BE49-F238E27FC236}">
                    <a16:creationId xmlns:a16="http://schemas.microsoft.com/office/drawing/2014/main" id="{6DE15982-4F6C-8A0C-87A5-4E9B88BB3041}"/>
                  </a:ext>
                </a:extLst>
              </p:cNvPr>
              <p:cNvPicPr/>
              <p:nvPr/>
            </p:nvPicPr>
            <p:blipFill>
              <a:blip r:embed="rId37"/>
              <a:stretch>
                <a:fillRect/>
              </a:stretch>
            </p:blipFill>
            <p:spPr>
              <a:xfrm>
                <a:off x="3117925" y="844119"/>
                <a:ext cx="763560" cy="3693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33" name="Ink 32">
                <a:extLst>
                  <a:ext uri="{FF2B5EF4-FFF2-40B4-BE49-F238E27FC236}">
                    <a16:creationId xmlns:a16="http://schemas.microsoft.com/office/drawing/2014/main" id="{AAE0540E-8233-766A-7D34-4B6FAEA715A9}"/>
                  </a:ext>
                </a:extLst>
              </p14:cNvPr>
              <p14:cNvContentPartPr/>
              <p14:nvPr/>
            </p14:nvContentPartPr>
            <p14:xfrm>
              <a:off x="3885805" y="965079"/>
              <a:ext cx="487080" cy="60120"/>
            </p14:xfrm>
          </p:contentPart>
        </mc:Choice>
        <mc:Fallback xmlns="">
          <p:pic>
            <p:nvPicPr>
              <p:cNvPr id="33" name="Ink 32">
                <a:extLst>
                  <a:ext uri="{FF2B5EF4-FFF2-40B4-BE49-F238E27FC236}">
                    <a16:creationId xmlns:a16="http://schemas.microsoft.com/office/drawing/2014/main" id="{AAE0540E-8233-766A-7D34-4B6FAEA715A9}"/>
                  </a:ext>
                </a:extLst>
              </p:cNvPr>
              <p:cNvPicPr/>
              <p:nvPr/>
            </p:nvPicPr>
            <p:blipFill>
              <a:blip r:embed="rId39"/>
              <a:stretch>
                <a:fillRect/>
              </a:stretch>
            </p:blipFill>
            <p:spPr>
              <a:xfrm>
                <a:off x="3823165" y="902079"/>
                <a:ext cx="61272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34" name="Ink 33">
                <a:extLst>
                  <a:ext uri="{FF2B5EF4-FFF2-40B4-BE49-F238E27FC236}">
                    <a16:creationId xmlns:a16="http://schemas.microsoft.com/office/drawing/2014/main" id="{3FA0631A-644B-B744-FB0E-CA276C847F16}"/>
                  </a:ext>
                </a:extLst>
              </p14:cNvPr>
              <p14:cNvContentPartPr/>
              <p14:nvPr/>
            </p14:nvContentPartPr>
            <p14:xfrm>
              <a:off x="2971765" y="1171719"/>
              <a:ext cx="642240" cy="38520"/>
            </p14:xfrm>
          </p:contentPart>
        </mc:Choice>
        <mc:Fallback xmlns="">
          <p:pic>
            <p:nvPicPr>
              <p:cNvPr id="34" name="Ink 33">
                <a:extLst>
                  <a:ext uri="{FF2B5EF4-FFF2-40B4-BE49-F238E27FC236}">
                    <a16:creationId xmlns:a16="http://schemas.microsoft.com/office/drawing/2014/main" id="{3FA0631A-644B-B744-FB0E-CA276C847F16}"/>
                  </a:ext>
                </a:extLst>
              </p:cNvPr>
              <p:cNvPicPr/>
              <p:nvPr/>
            </p:nvPicPr>
            <p:blipFill>
              <a:blip r:embed="rId41"/>
              <a:stretch>
                <a:fillRect/>
              </a:stretch>
            </p:blipFill>
            <p:spPr>
              <a:xfrm>
                <a:off x="2909125" y="1109079"/>
                <a:ext cx="767880" cy="1641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5" name="Ink 34">
                <a:extLst>
                  <a:ext uri="{FF2B5EF4-FFF2-40B4-BE49-F238E27FC236}">
                    <a16:creationId xmlns:a16="http://schemas.microsoft.com/office/drawing/2014/main" id="{3202A9F7-AF48-E014-33D1-AE1118801148}"/>
                  </a:ext>
                </a:extLst>
              </p14:cNvPr>
              <p14:cNvContentPartPr/>
              <p14:nvPr/>
            </p14:nvContentPartPr>
            <p14:xfrm>
              <a:off x="2102005" y="862479"/>
              <a:ext cx="516240" cy="360"/>
            </p14:xfrm>
          </p:contentPart>
        </mc:Choice>
        <mc:Fallback xmlns="">
          <p:pic>
            <p:nvPicPr>
              <p:cNvPr id="35" name="Ink 34">
                <a:extLst>
                  <a:ext uri="{FF2B5EF4-FFF2-40B4-BE49-F238E27FC236}">
                    <a16:creationId xmlns:a16="http://schemas.microsoft.com/office/drawing/2014/main" id="{3202A9F7-AF48-E014-33D1-AE1118801148}"/>
                  </a:ext>
                </a:extLst>
              </p:cNvPr>
              <p:cNvPicPr/>
              <p:nvPr/>
            </p:nvPicPr>
            <p:blipFill>
              <a:blip r:embed="rId43"/>
              <a:stretch>
                <a:fillRect/>
              </a:stretch>
            </p:blipFill>
            <p:spPr>
              <a:xfrm>
                <a:off x="2039005" y="799479"/>
                <a:ext cx="6418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7" name="Ink 36">
                <a:extLst>
                  <a:ext uri="{FF2B5EF4-FFF2-40B4-BE49-F238E27FC236}">
                    <a16:creationId xmlns:a16="http://schemas.microsoft.com/office/drawing/2014/main" id="{1CCA04F6-E5CA-E486-A4DD-21904A456D1B}"/>
                  </a:ext>
                </a:extLst>
              </p14:cNvPr>
              <p14:cNvContentPartPr/>
              <p14:nvPr/>
            </p14:nvContentPartPr>
            <p14:xfrm>
              <a:off x="1457965" y="894519"/>
              <a:ext cx="23760" cy="241920"/>
            </p14:xfrm>
          </p:contentPart>
        </mc:Choice>
        <mc:Fallback xmlns="">
          <p:pic>
            <p:nvPicPr>
              <p:cNvPr id="37" name="Ink 36">
                <a:extLst>
                  <a:ext uri="{FF2B5EF4-FFF2-40B4-BE49-F238E27FC236}">
                    <a16:creationId xmlns:a16="http://schemas.microsoft.com/office/drawing/2014/main" id="{1CCA04F6-E5CA-E486-A4DD-21904A456D1B}"/>
                  </a:ext>
                </a:extLst>
              </p:cNvPr>
              <p:cNvPicPr/>
              <p:nvPr/>
            </p:nvPicPr>
            <p:blipFill>
              <a:blip r:embed="rId45"/>
              <a:stretch>
                <a:fillRect/>
              </a:stretch>
            </p:blipFill>
            <p:spPr>
              <a:xfrm>
                <a:off x="1394965" y="831519"/>
                <a:ext cx="149400" cy="367560"/>
              </a:xfrm>
              <a:prstGeom prst="rect">
                <a:avLst/>
              </a:prstGeom>
            </p:spPr>
          </p:pic>
        </mc:Fallback>
      </mc:AlternateContent>
    </p:spTree>
    <p:extLst>
      <p:ext uri="{BB962C8B-B14F-4D97-AF65-F5344CB8AC3E}">
        <p14:creationId xmlns:p14="http://schemas.microsoft.com/office/powerpoint/2010/main" val="32973604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434567BB-46FD-C117-82B9-03FFF252C029}"/>
              </a:ext>
            </a:extLst>
          </p:cNvPr>
          <p:cNvGraphicFramePr>
            <a:graphicFrameLocks noGrp="1"/>
          </p:cNvGraphicFramePr>
          <p:nvPr>
            <p:extLst>
              <p:ext uri="{D42A27DB-BD31-4B8C-83A1-F6EECF244321}">
                <p14:modId xmlns:p14="http://schemas.microsoft.com/office/powerpoint/2010/main" val="1913071164"/>
              </p:ext>
            </p:extLst>
          </p:nvPr>
        </p:nvGraphicFramePr>
        <p:xfrm>
          <a:off x="1135626" y="1073179"/>
          <a:ext cx="10569676" cy="1410335"/>
        </p:xfrm>
        <a:graphic>
          <a:graphicData uri="http://schemas.openxmlformats.org/drawingml/2006/table">
            <a:tbl>
              <a:tblPr firstRow="1" firstCol="1" bandRow="1">
                <a:tableStyleId>{5940675A-B579-460E-94D1-54222C63F5DA}</a:tableStyleId>
              </a:tblPr>
              <a:tblGrid>
                <a:gridCol w="3100735">
                  <a:extLst>
                    <a:ext uri="{9D8B030D-6E8A-4147-A177-3AD203B41FA5}">
                      <a16:colId xmlns:a16="http://schemas.microsoft.com/office/drawing/2014/main" val="3004225938"/>
                    </a:ext>
                  </a:extLst>
                </a:gridCol>
                <a:gridCol w="7468941">
                  <a:extLst>
                    <a:ext uri="{9D8B030D-6E8A-4147-A177-3AD203B41FA5}">
                      <a16:colId xmlns:a16="http://schemas.microsoft.com/office/drawing/2014/main" val="3597871896"/>
                    </a:ext>
                  </a:extLst>
                </a:gridCol>
              </a:tblGrid>
              <a:tr h="0">
                <a:tc>
                  <a:txBody>
                    <a:bodyPr/>
                    <a:lstStyle/>
                    <a:p>
                      <a:pPr algn="just">
                        <a:lnSpc>
                          <a:spcPct val="150000"/>
                        </a:lnSpc>
                        <a:spcAft>
                          <a:spcPts val="800"/>
                        </a:spcAft>
                        <a:buNone/>
                      </a:pPr>
                      <a:r>
                        <a:rPr lang="en-IN" sz="1400" b="1" kern="100" dirty="0">
                          <a:solidFill>
                            <a:srgbClr val="C00000"/>
                          </a:solidFill>
                          <a:effectLst/>
                          <a:latin typeface="Bookman Old Style" panose="02050604050505020204" pitchFamily="18" charset="0"/>
                        </a:rPr>
                        <a:t>Challenge</a:t>
                      </a:r>
                      <a:endParaRPr lang="en-IN" sz="1400" b="1" kern="100" dirty="0">
                        <a:solidFill>
                          <a:srgbClr val="C00000"/>
                        </a:solidFill>
                        <a:effectLst/>
                        <a:latin typeface="Bookman Old Style" panose="020506040505050202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IN" sz="1400" b="1" kern="100" dirty="0">
                          <a:solidFill>
                            <a:srgbClr val="C00000"/>
                          </a:solidFill>
                          <a:effectLst/>
                          <a:latin typeface="Bookman Old Style" panose="02050604050505020204" pitchFamily="18" charset="0"/>
                        </a:rPr>
                        <a:t>Explanation</a:t>
                      </a:r>
                      <a:endParaRPr lang="en-IN" sz="1400" b="1" kern="100" dirty="0">
                        <a:solidFill>
                          <a:srgbClr val="C00000"/>
                        </a:solidFill>
                        <a:effectLst/>
                        <a:latin typeface="Bookman Old Style" panose="020506040505050202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48923544"/>
                  </a:ext>
                </a:extLst>
              </a:tr>
              <a:tr h="0">
                <a:tc>
                  <a:txBody>
                    <a:bodyPr/>
                    <a:lstStyle/>
                    <a:p>
                      <a:pPr algn="just">
                        <a:lnSpc>
                          <a:spcPct val="150000"/>
                        </a:lnSpc>
                        <a:spcAft>
                          <a:spcPts val="800"/>
                        </a:spcAft>
                        <a:buNone/>
                      </a:pPr>
                      <a:r>
                        <a:rPr lang="en-IN" sz="1400" b="1" kern="100" dirty="0">
                          <a:effectLst/>
                          <a:latin typeface="Bookman Old Style" panose="02050604050505020204" pitchFamily="18" charset="0"/>
                        </a:rPr>
                        <a:t>Limited Compute Resources</a:t>
                      </a:r>
                      <a:endParaRPr lang="en-IN" sz="1400" b="1" kern="100" dirty="0">
                        <a:effectLst/>
                        <a:latin typeface="Bookman Old Style" panose="020506040505050202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IN" sz="1400" b="1" kern="100" dirty="0">
                          <a:effectLst/>
                          <a:latin typeface="Bookman Old Style" panose="02050604050505020204" pitchFamily="18" charset="0"/>
                        </a:rPr>
                        <a:t>Edge nodes have constrained CPU, memory, and power.</a:t>
                      </a:r>
                      <a:endParaRPr lang="en-IN" sz="1400" b="1" kern="100" dirty="0">
                        <a:effectLst/>
                        <a:latin typeface="Bookman Old Style" panose="020506040505050202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48046228"/>
                  </a:ext>
                </a:extLst>
              </a:tr>
              <a:tr h="0">
                <a:tc>
                  <a:txBody>
                    <a:bodyPr/>
                    <a:lstStyle/>
                    <a:p>
                      <a:pPr algn="just">
                        <a:lnSpc>
                          <a:spcPct val="150000"/>
                        </a:lnSpc>
                        <a:spcAft>
                          <a:spcPts val="800"/>
                        </a:spcAft>
                        <a:buNone/>
                      </a:pPr>
                      <a:r>
                        <a:rPr lang="en-IN" sz="1400" b="1" kern="100" dirty="0">
                          <a:effectLst/>
                          <a:latin typeface="Bookman Old Style" panose="02050604050505020204" pitchFamily="18" charset="0"/>
                        </a:rPr>
                        <a:t>Complex Management</a:t>
                      </a:r>
                      <a:endParaRPr lang="en-IN" sz="1400" b="1" kern="100" dirty="0">
                        <a:effectLst/>
                        <a:latin typeface="Bookman Old Style" panose="020506040505050202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IN" sz="1400" b="1" kern="100" dirty="0">
                          <a:effectLst/>
                          <a:latin typeface="Bookman Old Style" panose="02050604050505020204" pitchFamily="18" charset="0"/>
                        </a:rPr>
                        <a:t>Orchestrating thousands of distributed devices is challenging.</a:t>
                      </a:r>
                      <a:endParaRPr lang="en-IN" sz="1400" b="1" kern="100" dirty="0">
                        <a:effectLst/>
                        <a:latin typeface="Bookman Old Style" panose="020506040505050202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71153465"/>
                  </a:ext>
                </a:extLst>
              </a:tr>
              <a:tr h="0">
                <a:tc>
                  <a:txBody>
                    <a:bodyPr/>
                    <a:lstStyle/>
                    <a:p>
                      <a:pPr algn="just">
                        <a:lnSpc>
                          <a:spcPct val="150000"/>
                        </a:lnSpc>
                        <a:spcAft>
                          <a:spcPts val="800"/>
                        </a:spcAft>
                        <a:buNone/>
                      </a:pPr>
                      <a:r>
                        <a:rPr lang="en-IN" sz="1400" b="1" kern="100" dirty="0">
                          <a:effectLst/>
                          <a:latin typeface="Bookman Old Style" panose="02050604050505020204" pitchFamily="18" charset="0"/>
                        </a:rPr>
                        <a:t>Security Vulnerabilities</a:t>
                      </a:r>
                      <a:endParaRPr lang="en-IN" sz="1400" b="1" kern="100" dirty="0">
                        <a:effectLst/>
                        <a:latin typeface="Bookman Old Style" panose="020506040505050202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IN" sz="1400" b="1" kern="100" dirty="0">
                          <a:effectLst/>
                          <a:latin typeface="Bookman Old Style" panose="02050604050505020204" pitchFamily="18" charset="0"/>
                        </a:rPr>
                        <a:t>Increased attack surface due to distributed endpoints.</a:t>
                      </a:r>
                      <a:endParaRPr lang="en-IN" sz="1400" b="1" kern="100" dirty="0">
                        <a:effectLst/>
                        <a:latin typeface="Bookman Old Style" panose="020506040505050202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61184352"/>
                  </a:ext>
                </a:extLst>
              </a:tr>
              <a:tr h="0">
                <a:tc>
                  <a:txBody>
                    <a:bodyPr/>
                    <a:lstStyle/>
                    <a:p>
                      <a:pPr algn="just">
                        <a:lnSpc>
                          <a:spcPct val="150000"/>
                        </a:lnSpc>
                        <a:spcAft>
                          <a:spcPts val="800"/>
                        </a:spcAft>
                        <a:buNone/>
                      </a:pPr>
                      <a:r>
                        <a:rPr lang="en-IN" sz="1400" b="1" kern="100" dirty="0">
                          <a:effectLst/>
                          <a:latin typeface="Bookman Old Style" panose="02050604050505020204" pitchFamily="18" charset="0"/>
                        </a:rPr>
                        <a:t>Interoperability</a:t>
                      </a:r>
                      <a:endParaRPr lang="en-IN" sz="1400" b="1" kern="100" dirty="0">
                        <a:effectLst/>
                        <a:latin typeface="Bookman Old Style" panose="020506040505050202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IN" sz="1400" b="1" kern="100" dirty="0">
                          <a:effectLst/>
                          <a:latin typeface="Bookman Old Style" panose="02050604050505020204" pitchFamily="18" charset="0"/>
                        </a:rPr>
                        <a:t>Diverse hardware and software stacks require standardized frameworks.</a:t>
                      </a:r>
                      <a:endParaRPr lang="en-IN" sz="1400" b="1" kern="100" dirty="0">
                        <a:effectLst/>
                        <a:latin typeface="Bookman Old Style" panose="020506040505050202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07209008"/>
                  </a:ext>
                </a:extLst>
              </a:tr>
            </a:tbl>
          </a:graphicData>
        </a:graphic>
      </p:graphicFrame>
      <p:sp>
        <p:nvSpPr>
          <p:cNvPr id="3" name="Rectangle 1">
            <a:extLst>
              <a:ext uri="{FF2B5EF4-FFF2-40B4-BE49-F238E27FC236}">
                <a16:creationId xmlns:a16="http://schemas.microsoft.com/office/drawing/2014/main" id="{4F344CEA-1354-0362-C3F6-CC181E0ACF84}"/>
              </a:ext>
            </a:extLst>
          </p:cNvPr>
          <p:cNvSpPr>
            <a:spLocks noChangeArrowheads="1"/>
          </p:cNvSpPr>
          <p:nvPr/>
        </p:nvSpPr>
        <p:spPr bwMode="auto">
          <a:xfrm>
            <a:off x="280956" y="460806"/>
            <a:ext cx="162576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Bookman Old Style" panose="02050604050505020204" pitchFamily="18" charset="0"/>
                <a:ea typeface="Calibri" panose="020F0502020204030204" pitchFamily="34" charset="0"/>
                <a:cs typeface="Times New Roman" panose="02020603050405020304" pitchFamily="18" charset="0"/>
              </a:rPr>
              <a:t>Challenges</a:t>
            </a:r>
            <a:endParaRPr kumimoji="0" lang="en-US" altLang="en-US" sz="3200" b="0" i="0" u="none" strike="noStrike" cap="none" normalizeH="0" baseline="0" dirty="0">
              <a:ln>
                <a:noFill/>
              </a:ln>
              <a:solidFill>
                <a:schemeClr val="tx1"/>
              </a:solidFill>
              <a:effectLst/>
              <a:latin typeface="Bookman Old Style" panose="02050604050505020204" pitchFamily="18" charset="0"/>
            </a:endParaRPr>
          </a:p>
        </p:txBody>
      </p:sp>
      <p:pic>
        <p:nvPicPr>
          <p:cNvPr id="4" name="Picture 3">
            <a:extLst>
              <a:ext uri="{FF2B5EF4-FFF2-40B4-BE49-F238E27FC236}">
                <a16:creationId xmlns:a16="http://schemas.microsoft.com/office/drawing/2014/main" id="{A04AA3C4-0D85-D335-482C-C31E406507AD}"/>
              </a:ext>
            </a:extLst>
          </p:cNvPr>
          <p:cNvPicPr>
            <a:picLocks noChangeAspect="1"/>
          </p:cNvPicPr>
          <p:nvPr/>
        </p:nvPicPr>
        <p:blipFill>
          <a:blip r:embed="rId2"/>
          <a:stretch>
            <a:fillRect/>
          </a:stretch>
        </p:blipFill>
        <p:spPr>
          <a:xfrm>
            <a:off x="10567219" y="0"/>
            <a:ext cx="1436777" cy="737419"/>
          </a:xfrm>
          <a:prstGeom prst="rect">
            <a:avLst/>
          </a:prstGeom>
        </p:spPr>
      </p:pic>
      <p:graphicFrame>
        <p:nvGraphicFramePr>
          <p:cNvPr id="5" name="Table 4">
            <a:extLst>
              <a:ext uri="{FF2B5EF4-FFF2-40B4-BE49-F238E27FC236}">
                <a16:creationId xmlns:a16="http://schemas.microsoft.com/office/drawing/2014/main" id="{168A277A-9831-C7CC-E624-1A210D750A8E}"/>
              </a:ext>
            </a:extLst>
          </p:cNvPr>
          <p:cNvGraphicFramePr>
            <a:graphicFrameLocks noGrp="1"/>
          </p:cNvGraphicFramePr>
          <p:nvPr>
            <p:extLst>
              <p:ext uri="{D42A27DB-BD31-4B8C-83A1-F6EECF244321}">
                <p14:modId xmlns:p14="http://schemas.microsoft.com/office/powerpoint/2010/main" val="655206032"/>
              </p:ext>
            </p:extLst>
          </p:nvPr>
        </p:nvGraphicFramePr>
        <p:xfrm>
          <a:off x="1189702" y="3070419"/>
          <a:ext cx="10515600" cy="1410335"/>
        </p:xfrm>
        <a:graphic>
          <a:graphicData uri="http://schemas.openxmlformats.org/drawingml/2006/table">
            <a:tbl>
              <a:tblPr firstRow="1" firstCol="1" bandRow="1">
                <a:tableStyleId>{5940675A-B579-460E-94D1-54222C63F5DA}</a:tableStyleId>
              </a:tblPr>
              <a:tblGrid>
                <a:gridCol w="2517058">
                  <a:extLst>
                    <a:ext uri="{9D8B030D-6E8A-4147-A177-3AD203B41FA5}">
                      <a16:colId xmlns:a16="http://schemas.microsoft.com/office/drawing/2014/main" val="707174166"/>
                    </a:ext>
                  </a:extLst>
                </a:gridCol>
                <a:gridCol w="7998542">
                  <a:extLst>
                    <a:ext uri="{9D8B030D-6E8A-4147-A177-3AD203B41FA5}">
                      <a16:colId xmlns:a16="http://schemas.microsoft.com/office/drawing/2014/main" val="908570053"/>
                    </a:ext>
                  </a:extLst>
                </a:gridCol>
              </a:tblGrid>
              <a:tr h="0">
                <a:tc>
                  <a:txBody>
                    <a:bodyPr/>
                    <a:lstStyle/>
                    <a:p>
                      <a:pPr algn="just">
                        <a:lnSpc>
                          <a:spcPct val="150000"/>
                        </a:lnSpc>
                        <a:spcAft>
                          <a:spcPts val="800"/>
                        </a:spcAft>
                        <a:buNone/>
                      </a:pPr>
                      <a:r>
                        <a:rPr lang="en-IN" sz="1400" b="1" kern="100" dirty="0">
                          <a:solidFill>
                            <a:srgbClr val="C00000"/>
                          </a:solidFill>
                          <a:effectLst/>
                          <a:latin typeface="Bookman Old Style" panose="02050604050505020204" pitchFamily="18" charset="0"/>
                        </a:rPr>
                        <a:t>Component</a:t>
                      </a:r>
                      <a:endParaRPr lang="en-IN" sz="1400" b="1" kern="100" dirty="0">
                        <a:solidFill>
                          <a:srgbClr val="C00000"/>
                        </a:solidFill>
                        <a:effectLst/>
                        <a:latin typeface="Bookman Old Style" panose="020506040505050202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IN" sz="1400" b="1" kern="100" dirty="0">
                          <a:solidFill>
                            <a:srgbClr val="C00000"/>
                          </a:solidFill>
                          <a:effectLst/>
                          <a:latin typeface="Bookman Old Style" panose="02050604050505020204" pitchFamily="18" charset="0"/>
                        </a:rPr>
                        <a:t>Description</a:t>
                      </a:r>
                      <a:endParaRPr lang="en-IN" sz="1400" b="1" kern="100" dirty="0">
                        <a:solidFill>
                          <a:srgbClr val="C00000"/>
                        </a:solidFill>
                        <a:effectLst/>
                        <a:latin typeface="Bookman Old Style" panose="020506040505050202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70144793"/>
                  </a:ext>
                </a:extLst>
              </a:tr>
              <a:tr h="0">
                <a:tc>
                  <a:txBody>
                    <a:bodyPr/>
                    <a:lstStyle/>
                    <a:p>
                      <a:pPr algn="just">
                        <a:lnSpc>
                          <a:spcPct val="150000"/>
                        </a:lnSpc>
                        <a:spcAft>
                          <a:spcPts val="800"/>
                        </a:spcAft>
                        <a:buNone/>
                      </a:pPr>
                      <a:r>
                        <a:rPr lang="en-IN" sz="1400" b="1" kern="100" dirty="0">
                          <a:effectLst/>
                          <a:latin typeface="Bookman Old Style" panose="02050604050505020204" pitchFamily="18" charset="0"/>
                        </a:rPr>
                        <a:t>Edge Devices</a:t>
                      </a:r>
                      <a:endParaRPr lang="en-IN" sz="1400" b="1" kern="100" dirty="0">
                        <a:effectLst/>
                        <a:latin typeface="Bookman Old Style" panose="020506040505050202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IN" sz="1400" b="1" kern="100">
                          <a:effectLst/>
                          <a:latin typeface="Bookman Old Style" panose="02050604050505020204" pitchFamily="18" charset="0"/>
                        </a:rPr>
                        <a:t>IoT sensors, embedded devices that generate raw data.</a:t>
                      </a:r>
                      <a:endParaRPr lang="en-IN" sz="1400" b="1" kern="100">
                        <a:effectLst/>
                        <a:latin typeface="Bookman Old Style" panose="020506040505050202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70575004"/>
                  </a:ext>
                </a:extLst>
              </a:tr>
              <a:tr h="0">
                <a:tc>
                  <a:txBody>
                    <a:bodyPr/>
                    <a:lstStyle/>
                    <a:p>
                      <a:pPr algn="just">
                        <a:lnSpc>
                          <a:spcPct val="150000"/>
                        </a:lnSpc>
                        <a:spcAft>
                          <a:spcPts val="800"/>
                        </a:spcAft>
                        <a:buNone/>
                      </a:pPr>
                      <a:r>
                        <a:rPr lang="en-IN" sz="1400" b="1" kern="100" dirty="0">
                          <a:effectLst/>
                          <a:latin typeface="Bookman Old Style" panose="02050604050505020204" pitchFamily="18" charset="0"/>
                        </a:rPr>
                        <a:t>Edge Nodes/Gateways</a:t>
                      </a:r>
                      <a:endParaRPr lang="en-IN" sz="1400" b="1" kern="100" dirty="0">
                        <a:effectLst/>
                        <a:latin typeface="Bookman Old Style" panose="020506040505050202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IN" sz="1400" b="1" kern="100">
                          <a:effectLst/>
                          <a:latin typeface="Bookman Old Style" panose="02050604050505020204" pitchFamily="18" charset="0"/>
                        </a:rPr>
                        <a:t>Intermediate devices with limited compute power for local analytics and filtering.</a:t>
                      </a:r>
                      <a:endParaRPr lang="en-IN" sz="1400" b="1" kern="100">
                        <a:effectLst/>
                        <a:latin typeface="Bookman Old Style" panose="020506040505050202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62811659"/>
                  </a:ext>
                </a:extLst>
              </a:tr>
              <a:tr h="0">
                <a:tc>
                  <a:txBody>
                    <a:bodyPr/>
                    <a:lstStyle/>
                    <a:p>
                      <a:pPr algn="just">
                        <a:lnSpc>
                          <a:spcPct val="150000"/>
                        </a:lnSpc>
                        <a:spcAft>
                          <a:spcPts val="800"/>
                        </a:spcAft>
                        <a:buNone/>
                      </a:pPr>
                      <a:r>
                        <a:rPr lang="en-IN" sz="1400" b="1" kern="100">
                          <a:effectLst/>
                          <a:latin typeface="Bookman Old Style" panose="02050604050505020204" pitchFamily="18" charset="0"/>
                        </a:rPr>
                        <a:t>Edge AI</a:t>
                      </a:r>
                      <a:endParaRPr lang="en-IN" sz="1400" b="1" kern="100">
                        <a:effectLst/>
                        <a:latin typeface="Bookman Old Style" panose="020506040505050202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IN" sz="1400" b="1" kern="100">
                          <a:effectLst/>
                          <a:latin typeface="Bookman Old Style" panose="02050604050505020204" pitchFamily="18" charset="0"/>
                        </a:rPr>
                        <a:t>AI inference engines deployed locally to make predictions in real-time.</a:t>
                      </a:r>
                      <a:endParaRPr lang="en-IN" sz="1400" b="1" kern="100">
                        <a:effectLst/>
                        <a:latin typeface="Bookman Old Style" panose="020506040505050202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11361027"/>
                  </a:ext>
                </a:extLst>
              </a:tr>
              <a:tr h="0">
                <a:tc>
                  <a:txBody>
                    <a:bodyPr/>
                    <a:lstStyle/>
                    <a:p>
                      <a:pPr algn="just">
                        <a:lnSpc>
                          <a:spcPct val="150000"/>
                        </a:lnSpc>
                        <a:spcAft>
                          <a:spcPts val="800"/>
                        </a:spcAft>
                        <a:buNone/>
                      </a:pPr>
                      <a:r>
                        <a:rPr lang="en-IN" sz="1400" b="1" kern="100">
                          <a:effectLst/>
                          <a:latin typeface="Bookman Old Style" panose="02050604050505020204" pitchFamily="18" charset="0"/>
                        </a:rPr>
                        <a:t>Cloud Backend</a:t>
                      </a:r>
                      <a:endParaRPr lang="en-IN" sz="1400" b="1" kern="100">
                        <a:effectLst/>
                        <a:latin typeface="Bookman Old Style" panose="020506040505050202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en-IN" sz="1400" b="1" kern="100" dirty="0">
                          <a:effectLst/>
                          <a:latin typeface="Bookman Old Style" panose="02050604050505020204" pitchFamily="18" charset="0"/>
                        </a:rPr>
                        <a:t>Handles deeper analytics, storage, and model training.</a:t>
                      </a:r>
                      <a:endParaRPr lang="en-IN" sz="1400" b="1" kern="100" dirty="0">
                        <a:effectLst/>
                        <a:latin typeface="Bookman Old Style" panose="020506040505050202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98945739"/>
                  </a:ext>
                </a:extLst>
              </a:tr>
            </a:tbl>
          </a:graphicData>
        </a:graphic>
      </p:graphicFrame>
    </p:spTree>
    <p:extLst>
      <p:ext uri="{BB962C8B-B14F-4D97-AF65-F5344CB8AC3E}">
        <p14:creationId xmlns:p14="http://schemas.microsoft.com/office/powerpoint/2010/main" val="39700793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26681A1-39D0-5678-7819-8F4A14ACA82C}"/>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8007697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40E2009-9D33-5106-F6E6-581771CA5927}"/>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4155434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35BFE7F-84C2-2A42-7241-6A458AFCB2E9}"/>
              </a:ext>
            </a:extLst>
          </p:cNvPr>
          <p:cNvPicPr>
            <a:picLocks noChangeAspect="1"/>
          </p:cNvPicPr>
          <p:nvPr/>
        </p:nvPicPr>
        <p:blipFill>
          <a:blip r:embed="rId2"/>
          <a:stretch>
            <a:fillRect/>
          </a:stretch>
        </p:blipFill>
        <p:spPr>
          <a:xfrm>
            <a:off x="10567219" y="0"/>
            <a:ext cx="1436777" cy="737419"/>
          </a:xfrm>
          <a:prstGeom prst="rect">
            <a:avLst/>
          </a:prstGeom>
        </p:spPr>
      </p:pic>
      <p:sp>
        <p:nvSpPr>
          <p:cNvPr id="3" name="Rectangle 2">
            <a:extLst>
              <a:ext uri="{FF2B5EF4-FFF2-40B4-BE49-F238E27FC236}">
                <a16:creationId xmlns:a16="http://schemas.microsoft.com/office/drawing/2014/main" id="{8E82FF52-FDD8-34AC-319C-195646212231}"/>
              </a:ext>
            </a:extLst>
          </p:cNvPr>
          <p:cNvSpPr/>
          <p:nvPr/>
        </p:nvSpPr>
        <p:spPr>
          <a:xfrm>
            <a:off x="3297799" y="2505670"/>
            <a:ext cx="5596405" cy="1200329"/>
          </a:xfrm>
          <a:prstGeom prst="rect">
            <a:avLst/>
          </a:prstGeom>
          <a:noFill/>
        </p:spPr>
        <p:txBody>
          <a:bodyPr wrap="none" lIns="91440" tIns="45720" rIns="91440" bIns="45720">
            <a:spAutoFit/>
          </a:bodyPr>
          <a:lstStyle/>
          <a:p>
            <a:pPr algn="ctr"/>
            <a:r>
              <a:rPr lang="en-US" sz="72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Bookman Old Style" panose="02050604050505020204" pitchFamily="18" charset="0"/>
              </a:rPr>
              <a:t>Questions?</a:t>
            </a:r>
          </a:p>
        </p:txBody>
      </p:sp>
    </p:spTree>
    <p:extLst>
      <p:ext uri="{BB962C8B-B14F-4D97-AF65-F5344CB8AC3E}">
        <p14:creationId xmlns:p14="http://schemas.microsoft.com/office/powerpoint/2010/main" val="33365394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184</TotalTime>
  <Words>444</Words>
  <Application>Microsoft Office PowerPoint</Application>
  <PresentationFormat>Widescreen</PresentationFormat>
  <Paragraphs>64</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Bookman Old Style</vt:lpstr>
      <vt:lpstr>Calibri</vt:lpstr>
      <vt:lpstr>Calibri Light</vt:lpstr>
      <vt:lpstr>Times New Roman</vt:lpstr>
      <vt:lpstr>Office Theme</vt:lpstr>
      <vt:lpstr>Embedded Intelligence at the Edge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Pratibha K</dc:creator>
  <cp:lastModifiedBy>Pratibha K</cp:lastModifiedBy>
  <cp:revision>2</cp:revision>
  <dcterms:created xsi:type="dcterms:W3CDTF">2026-04-17T05:30:38Z</dcterms:created>
  <dcterms:modified xsi:type="dcterms:W3CDTF">2026-04-23T01:50:20Z</dcterms:modified>
</cp:coreProperties>
</file>